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363575" cy="3810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40" d="100"/>
          <a:sy n="140" d="100"/>
        </p:scale>
        <p:origin x="-3675" y="2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tage-1-panel">
            <a:extLst>
              <a:ext uri="{FF2B5EF4-FFF2-40B4-BE49-F238E27FC236}">
                <a16:creationId xmlns:a16="http://schemas.microsoft.com/office/drawing/2014/main" id="{0235A7B0-ECEC-4A09-9B45-98A1E59D3F9C}"/>
              </a:ext>
            </a:extLst>
          </p:cNvPr>
          <p:cNvSpPr>
            <a:spLocks noGrp="1"/>
          </p:cNvSpPr>
          <p:nvPr/>
        </p:nvSpPr>
        <p:spPr>
          <a:xfrm>
            <a:off x="1663592" y="152400"/>
            <a:ext cx="2232133" cy="3143250"/>
          </a:xfrm>
          <a:prstGeom prst="roundRect">
            <a:avLst>
              <a:gd name="adj" fmla="val 6167"/>
            </a:avLst>
          </a:prstGeom>
          <a:solidFill>
            <a:srgbClr val="F6F9FD"/>
          </a:solidFill>
          <a:ln w="13335">
            <a:solidFill>
              <a:srgbClr val="D6DEE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stage-2-panel">
            <a:extLst>
              <a:ext uri="{FF2B5EF4-FFF2-40B4-BE49-F238E27FC236}">
                <a16:creationId xmlns:a16="http://schemas.microsoft.com/office/drawing/2014/main" id="{D839B082-A5D0-4D9C-AB89-D0B73B01DB70}"/>
              </a:ext>
            </a:extLst>
          </p:cNvPr>
          <p:cNvSpPr>
            <a:spLocks noGrp="1"/>
          </p:cNvSpPr>
          <p:nvPr/>
        </p:nvSpPr>
        <p:spPr>
          <a:xfrm>
            <a:off x="3947380" y="152400"/>
            <a:ext cx="5762947" cy="3143250"/>
          </a:xfrm>
          <a:prstGeom prst="roundRect">
            <a:avLst>
              <a:gd name="adj" fmla="val 4242"/>
            </a:avLst>
          </a:prstGeom>
          <a:solidFill>
            <a:srgbClr val="F4FAF8"/>
          </a:solidFill>
          <a:ln w="13335">
            <a:solidFill>
              <a:srgbClr val="D6DEE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stage-3-panel">
            <a:extLst>
              <a:ext uri="{FF2B5EF4-FFF2-40B4-BE49-F238E27FC236}">
                <a16:creationId xmlns:a16="http://schemas.microsoft.com/office/drawing/2014/main" id="{479B4D25-B254-4B97-8D79-6B88DE1190AF}"/>
              </a:ext>
            </a:extLst>
          </p:cNvPr>
          <p:cNvSpPr>
            <a:spLocks noGrp="1"/>
          </p:cNvSpPr>
          <p:nvPr/>
        </p:nvSpPr>
        <p:spPr>
          <a:xfrm>
            <a:off x="9791700" y="152400"/>
            <a:ext cx="3371850" cy="3143250"/>
          </a:xfrm>
          <a:prstGeom prst="roundRect">
            <a:avLst>
              <a:gd name="adj" fmla="val 4242"/>
            </a:avLst>
          </a:prstGeom>
          <a:solidFill>
            <a:srgbClr val="F8F6FC"/>
          </a:solidFill>
          <a:ln w="13335">
            <a:solidFill>
              <a:srgbClr val="D6DEE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0" name="task-definition">
            <a:extLst>
              <a:ext uri="{FF2B5EF4-FFF2-40B4-BE49-F238E27FC236}">
                <a16:creationId xmlns:a16="http://schemas.microsoft.com/office/drawing/2014/main" id="{C266CA60-909B-9A95-A5EF-EFEE474C90E8}"/>
              </a:ext>
            </a:extLst>
          </p:cNvPr>
          <p:cNvSpPr>
            <a:spLocks noGrp="1"/>
          </p:cNvSpPr>
          <p:nvPr/>
        </p:nvSpPr>
        <p:spPr>
          <a:xfrm>
            <a:off x="10165198" y="2144076"/>
            <a:ext cx="890588" cy="366002"/>
          </a:xfrm>
          <a:prstGeom prst="roundRect">
            <a:avLst>
              <a:gd name="adj" fmla="val 13208"/>
            </a:avLst>
          </a:prstGeom>
          <a:solidFill>
            <a:srgbClr val="FF3300">
              <a:alpha val="20000"/>
            </a:srgbClr>
          </a:solidFill>
          <a:ln w="13335">
            <a:solidFill>
              <a:srgbClr val="C00000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endParaRPr/>
          </a:p>
        </p:txBody>
      </p:sp>
      <p:sp>
        <p:nvSpPr>
          <p:cNvPr id="258" name="task-definition">
            <a:extLst>
              <a:ext uri="{FF2B5EF4-FFF2-40B4-BE49-F238E27FC236}">
                <a16:creationId xmlns:a16="http://schemas.microsoft.com/office/drawing/2014/main" id="{CFE616FC-A767-AAAD-B813-12D5E3E28362}"/>
              </a:ext>
            </a:extLst>
          </p:cNvPr>
          <p:cNvSpPr>
            <a:spLocks noGrp="1"/>
          </p:cNvSpPr>
          <p:nvPr/>
        </p:nvSpPr>
        <p:spPr>
          <a:xfrm>
            <a:off x="10125678" y="2102528"/>
            <a:ext cx="890588" cy="366002"/>
          </a:xfrm>
          <a:prstGeom prst="roundRect">
            <a:avLst>
              <a:gd name="adj" fmla="val 13208"/>
            </a:avLst>
          </a:prstGeom>
          <a:solidFill>
            <a:srgbClr val="FF3300">
              <a:alpha val="20000"/>
            </a:srgbClr>
          </a:solidFill>
          <a:ln w="13335">
            <a:solidFill>
              <a:srgbClr val="C00000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endParaRPr/>
          </a:p>
        </p:txBody>
      </p:sp>
      <p:sp>
        <p:nvSpPr>
          <p:cNvPr id="256" name="task-definition">
            <a:extLst>
              <a:ext uri="{FF2B5EF4-FFF2-40B4-BE49-F238E27FC236}">
                <a16:creationId xmlns:a16="http://schemas.microsoft.com/office/drawing/2014/main" id="{7697EB00-7C48-571C-5AE9-37DF622CF82C}"/>
              </a:ext>
            </a:extLst>
          </p:cNvPr>
          <p:cNvSpPr>
            <a:spLocks noGrp="1"/>
          </p:cNvSpPr>
          <p:nvPr/>
        </p:nvSpPr>
        <p:spPr>
          <a:xfrm>
            <a:off x="10086158" y="2058782"/>
            <a:ext cx="890588" cy="366002"/>
          </a:xfrm>
          <a:prstGeom prst="roundRect">
            <a:avLst>
              <a:gd name="adj" fmla="val 13208"/>
            </a:avLst>
          </a:prstGeom>
          <a:solidFill>
            <a:srgbClr val="FF0000">
              <a:alpha val="20000"/>
            </a:srgbClr>
          </a:solidFill>
          <a:ln w="13335">
            <a:solidFill>
              <a:srgbClr val="C00000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endParaRPr/>
          </a:p>
        </p:txBody>
      </p:sp>
      <p:sp>
        <p:nvSpPr>
          <p:cNvPr id="7" name="stage-1-divider">
            <a:extLst>
              <a:ext uri="{FF2B5EF4-FFF2-40B4-BE49-F238E27FC236}">
                <a16:creationId xmlns:a16="http://schemas.microsoft.com/office/drawing/2014/main" id="{EBCC718B-0B50-45F0-96A1-40449064B44C}"/>
              </a:ext>
            </a:extLst>
          </p:cNvPr>
          <p:cNvSpPr>
            <a:spLocks noGrp="1"/>
          </p:cNvSpPr>
          <p:nvPr/>
        </p:nvSpPr>
        <p:spPr>
          <a:xfrm>
            <a:off x="1666875" y="600074"/>
            <a:ext cx="2228850" cy="6614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tage-2-divider">
            <a:extLst>
              <a:ext uri="{FF2B5EF4-FFF2-40B4-BE49-F238E27FC236}">
                <a16:creationId xmlns:a16="http://schemas.microsoft.com/office/drawing/2014/main" id="{09EFA727-C169-4AF5-82EF-7D1F6DBB6FB1}"/>
              </a:ext>
            </a:extLst>
          </p:cNvPr>
          <p:cNvSpPr>
            <a:spLocks noGrp="1"/>
          </p:cNvSpPr>
          <p:nvPr/>
        </p:nvSpPr>
        <p:spPr>
          <a:xfrm>
            <a:off x="4505970" y="639196"/>
            <a:ext cx="5257800" cy="0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tage-3-divider">
            <a:extLst>
              <a:ext uri="{FF2B5EF4-FFF2-40B4-BE49-F238E27FC236}">
                <a16:creationId xmlns:a16="http://schemas.microsoft.com/office/drawing/2014/main" id="{724769D3-30BD-47A9-9110-48EF86591846}"/>
              </a:ext>
            </a:extLst>
          </p:cNvPr>
          <p:cNvSpPr>
            <a:spLocks noGrp="1"/>
          </p:cNvSpPr>
          <p:nvPr/>
        </p:nvSpPr>
        <p:spPr>
          <a:xfrm>
            <a:off x="9925050" y="628650"/>
            <a:ext cx="3095625" cy="0"/>
          </a:xfrm>
          <a:prstGeom prst="line">
            <a:avLst/>
          </a:prstGeom>
          <a:noFill/>
          <a:ln w="9525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tage-1-number-circle">
            <a:extLst>
              <a:ext uri="{FF2B5EF4-FFF2-40B4-BE49-F238E27FC236}">
                <a16:creationId xmlns:a16="http://schemas.microsoft.com/office/drawing/2014/main" id="{7992725E-C57E-4C2C-ABFE-055B2ECD3B72}"/>
              </a:ext>
            </a:extLst>
          </p:cNvPr>
          <p:cNvSpPr>
            <a:spLocks noGrp="1"/>
          </p:cNvSpPr>
          <p:nvPr/>
        </p:nvSpPr>
        <p:spPr>
          <a:xfrm>
            <a:off x="1766671" y="269232"/>
            <a:ext cx="247650" cy="247650"/>
          </a:xfrm>
          <a:prstGeom prst="ellipse">
            <a:avLst/>
          </a:prstGeom>
          <a:solidFill>
            <a:srgbClr val="3F72AF"/>
          </a:solidFill>
          <a:ln w="0">
            <a:solidFill>
              <a:srgbClr val="3F72A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stage-1-number">
            <a:extLst>
              <a:ext uri="{FF2B5EF4-FFF2-40B4-BE49-F238E27FC236}">
                <a16:creationId xmlns:a16="http://schemas.microsoft.com/office/drawing/2014/main" id="{7FE3F438-9D6D-49B1-9A44-96874828B0D8}"/>
              </a:ext>
            </a:extLst>
          </p:cNvPr>
          <p:cNvSpPr>
            <a:spLocks noGrp="1"/>
          </p:cNvSpPr>
          <p:nvPr/>
        </p:nvSpPr>
        <p:spPr>
          <a:xfrm>
            <a:off x="1765462" y="270012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stage-1-title">
            <a:extLst>
              <a:ext uri="{FF2B5EF4-FFF2-40B4-BE49-F238E27FC236}">
                <a16:creationId xmlns:a16="http://schemas.microsoft.com/office/drawing/2014/main" id="{87606E02-D1C7-4333-BAB8-1A97096FAAD0}"/>
              </a:ext>
            </a:extLst>
          </p:cNvPr>
          <p:cNvSpPr>
            <a:spLocks noGrp="1"/>
          </p:cNvSpPr>
          <p:nvPr/>
        </p:nvSpPr>
        <p:spPr>
          <a:xfrm>
            <a:off x="2035157" y="216845"/>
            <a:ext cx="1878842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 fontScale="93148"/>
          </a:bodyPr>
          <a:lstStyle/>
          <a:p>
            <a:pPr algn="l">
              <a:defRPr sz="1350" b="1" i="0">
                <a:solidFill>
                  <a:srgbClr val="28323C"/>
                </a:solidFill>
                <a:latin typeface="Arial"/>
                <a:ea typeface="Arial"/>
                <a:cs typeface="Arial"/>
              </a:defRPr>
            </a:pPr>
            <a:r>
              <a:rPr sz="1350" b="1" i="1" dirty="0">
                <a:solidFill>
                  <a:srgbClr val="28323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Research-assisted</a:t>
            </a:r>
            <a:r>
              <a:rPr lang="en-US" sz="1350" b="1" i="1" dirty="0">
                <a:solidFill>
                  <a:srgbClr val="28323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1350" b="1" i="1" dirty="0">
                <a:solidFill>
                  <a:srgbClr val="28323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Planner</a:t>
            </a:r>
          </a:p>
        </p:txBody>
      </p:sp>
      <p:sp>
        <p:nvSpPr>
          <p:cNvPr id="17" name="stage-2-number-circle">
            <a:extLst>
              <a:ext uri="{FF2B5EF4-FFF2-40B4-BE49-F238E27FC236}">
                <a16:creationId xmlns:a16="http://schemas.microsoft.com/office/drawing/2014/main" id="{8E3DBB61-E0BB-4EFA-B074-BD8D2571B6EA}"/>
              </a:ext>
            </a:extLst>
          </p:cNvPr>
          <p:cNvSpPr>
            <a:spLocks noGrp="1"/>
          </p:cNvSpPr>
          <p:nvPr/>
        </p:nvSpPr>
        <p:spPr>
          <a:xfrm>
            <a:off x="4294566" y="246313"/>
            <a:ext cx="247650" cy="247650"/>
          </a:xfrm>
          <a:prstGeom prst="ellipse">
            <a:avLst/>
          </a:prstGeom>
          <a:solidFill>
            <a:srgbClr val="258477"/>
          </a:solidFill>
          <a:ln w="0">
            <a:solidFill>
              <a:srgbClr val="25847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tage-2-number">
            <a:extLst>
              <a:ext uri="{FF2B5EF4-FFF2-40B4-BE49-F238E27FC236}">
                <a16:creationId xmlns:a16="http://schemas.microsoft.com/office/drawing/2014/main" id="{1804BAE7-41B9-44E8-A336-7B9E7E9A02F5}"/>
              </a:ext>
            </a:extLst>
          </p:cNvPr>
          <p:cNvSpPr>
            <a:spLocks noGrp="1"/>
          </p:cNvSpPr>
          <p:nvPr/>
        </p:nvSpPr>
        <p:spPr>
          <a:xfrm>
            <a:off x="4294566" y="24129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stage-2-title">
            <a:extLst>
              <a:ext uri="{FF2B5EF4-FFF2-40B4-BE49-F238E27FC236}">
                <a16:creationId xmlns:a16="http://schemas.microsoft.com/office/drawing/2014/main" id="{117DAADE-00AC-4E4C-9290-50EF2C7848E6}"/>
              </a:ext>
            </a:extLst>
          </p:cNvPr>
          <p:cNvSpPr>
            <a:spLocks noGrp="1"/>
          </p:cNvSpPr>
          <p:nvPr/>
        </p:nvSpPr>
        <p:spPr>
          <a:xfrm>
            <a:off x="4667250" y="195628"/>
            <a:ext cx="16167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defRPr sz="1425" b="1" i="0">
                <a:solidFill>
                  <a:srgbClr val="28323C"/>
                </a:solidFill>
                <a:latin typeface="Arial"/>
                <a:ea typeface="Arial"/>
                <a:cs typeface="Arial"/>
              </a:defRPr>
            </a:pPr>
            <a:r>
              <a:rPr sz="1425" b="1" i="1" dirty="0" err="1">
                <a:solidFill>
                  <a:srgbClr val="28323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EvalClaw</a:t>
            </a:r>
            <a:r>
              <a:rPr sz="1425" b="1" i="1" dirty="0">
                <a:solidFill>
                  <a:srgbClr val="28323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Harness</a:t>
            </a:r>
          </a:p>
        </p:txBody>
      </p:sp>
      <p:sp>
        <p:nvSpPr>
          <p:cNvPr id="20" name="stage-3-number-circle">
            <a:extLst>
              <a:ext uri="{FF2B5EF4-FFF2-40B4-BE49-F238E27FC236}">
                <a16:creationId xmlns:a16="http://schemas.microsoft.com/office/drawing/2014/main" id="{F756DAB7-3245-4408-900C-117834D3A3FD}"/>
              </a:ext>
            </a:extLst>
          </p:cNvPr>
          <p:cNvSpPr>
            <a:spLocks noGrp="1"/>
          </p:cNvSpPr>
          <p:nvPr/>
        </p:nvSpPr>
        <p:spPr>
          <a:xfrm>
            <a:off x="9944100" y="304800"/>
            <a:ext cx="247650" cy="247650"/>
          </a:xfrm>
          <a:prstGeom prst="ellipse">
            <a:avLst/>
          </a:prstGeom>
          <a:solidFill>
            <a:srgbClr val="7453B6"/>
          </a:solidFill>
          <a:ln w="0">
            <a:solidFill>
              <a:srgbClr val="7453B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tage-3-number">
            <a:extLst>
              <a:ext uri="{FF2B5EF4-FFF2-40B4-BE49-F238E27FC236}">
                <a16:creationId xmlns:a16="http://schemas.microsoft.com/office/drawing/2014/main" id="{FC4E3B58-FE1C-4AF8-939F-6DC8E53E76A6}"/>
              </a:ext>
            </a:extLst>
          </p:cNvPr>
          <p:cNvSpPr>
            <a:spLocks noGrp="1"/>
          </p:cNvSpPr>
          <p:nvPr/>
        </p:nvSpPr>
        <p:spPr>
          <a:xfrm>
            <a:off x="9944100" y="3048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stage-3-title">
            <a:extLst>
              <a:ext uri="{FF2B5EF4-FFF2-40B4-BE49-F238E27FC236}">
                <a16:creationId xmlns:a16="http://schemas.microsoft.com/office/drawing/2014/main" id="{B15F626A-129D-4DF9-B6A6-24D83C742620}"/>
              </a:ext>
            </a:extLst>
          </p:cNvPr>
          <p:cNvSpPr>
            <a:spLocks noGrp="1"/>
          </p:cNvSpPr>
          <p:nvPr/>
        </p:nvSpPr>
        <p:spPr>
          <a:xfrm>
            <a:off x="10306050" y="247650"/>
            <a:ext cx="27146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l">
              <a:defRPr sz="1350" b="1" i="0">
                <a:solidFill>
                  <a:srgbClr val="28323C"/>
                </a:solidFill>
                <a:latin typeface="Arial"/>
                <a:ea typeface="Arial"/>
                <a:cs typeface="Arial"/>
              </a:defRPr>
            </a:pPr>
            <a:r>
              <a:rPr sz="1350" b="1" i="1" dirty="0">
                <a:solidFill>
                  <a:srgbClr val="28323C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Hypothesis-driven Analyzer</a:t>
            </a:r>
          </a:p>
        </p:txBody>
      </p:sp>
      <p:sp>
        <p:nvSpPr>
          <p:cNvPr id="24" name="planner">
            <a:extLst>
              <a:ext uri="{FF2B5EF4-FFF2-40B4-BE49-F238E27FC236}">
                <a16:creationId xmlns:a16="http://schemas.microsoft.com/office/drawing/2014/main" id="{1B15B921-C09F-461A-9D5B-F779B06C5B72}"/>
              </a:ext>
            </a:extLst>
          </p:cNvPr>
          <p:cNvSpPr>
            <a:spLocks noGrp="1"/>
          </p:cNvSpPr>
          <p:nvPr/>
        </p:nvSpPr>
        <p:spPr>
          <a:xfrm>
            <a:off x="2023458" y="1236675"/>
            <a:ext cx="1381125" cy="381000"/>
          </a:xfrm>
          <a:prstGeom prst="roundRect">
            <a:avLst>
              <a:gd name="adj" fmla="val 17500"/>
            </a:avLst>
          </a:prstGeom>
          <a:solidFill>
            <a:srgbClr val="EAF2FB"/>
          </a:solidFill>
          <a:ln w="13335">
            <a:solidFill>
              <a:srgbClr val="3F72AF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350" b="1" i="0">
                <a:solidFill>
                  <a:srgbClr val="28598E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28598E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26" name="item-plan">
            <a:extLst>
              <a:ext uri="{FF2B5EF4-FFF2-40B4-BE49-F238E27FC236}">
                <a16:creationId xmlns:a16="http://schemas.microsoft.com/office/drawing/2014/main" id="{692CBCBE-DC38-43C9-80A5-2C042DB698F7}"/>
              </a:ext>
            </a:extLst>
          </p:cNvPr>
          <p:cNvSpPr>
            <a:spLocks noGrp="1"/>
          </p:cNvSpPr>
          <p:nvPr/>
        </p:nvSpPr>
        <p:spPr>
          <a:xfrm>
            <a:off x="4514444" y="719966"/>
            <a:ext cx="730248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3335">
            <a:solidFill>
              <a:srgbClr val="D6DEE7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350" b="0" i="0">
                <a:solidFill>
                  <a:srgbClr val="28323C"/>
                </a:solidFill>
                <a:latin typeface="Arial"/>
                <a:ea typeface="Arial"/>
                <a:cs typeface="Arial"/>
              </a:defRPr>
            </a:pPr>
            <a:r>
              <a:rPr lang="en-US" sz="1350" dirty="0">
                <a:solidFill>
                  <a:srgbClr val="28323C"/>
                </a:solidFill>
                <a:latin typeface="Consolas" panose="020B0609020204030204" pitchFamily="49" charset="0"/>
                <a:ea typeface="Arial"/>
                <a:cs typeface="Arial"/>
              </a:rPr>
              <a:t>P</a:t>
            </a:r>
            <a:r>
              <a:rPr sz="1350" b="0" i="0" dirty="0">
                <a:solidFill>
                  <a:srgbClr val="28323C"/>
                </a:solidFill>
                <a:latin typeface="Consolas" panose="020B0609020204030204" pitchFamily="49" charset="0"/>
                <a:ea typeface="Arial"/>
                <a:cs typeface="Arial"/>
              </a:rPr>
              <a:t>lan</a:t>
            </a:r>
          </a:p>
        </p:txBody>
      </p:sp>
      <p:sp>
        <p:nvSpPr>
          <p:cNvPr id="34" name="builder">
            <a:extLst>
              <a:ext uri="{FF2B5EF4-FFF2-40B4-BE49-F238E27FC236}">
                <a16:creationId xmlns:a16="http://schemas.microsoft.com/office/drawing/2014/main" id="{A69CDECE-EF2D-4631-AC80-63A25CAB23EE}"/>
              </a:ext>
            </a:extLst>
          </p:cNvPr>
          <p:cNvSpPr>
            <a:spLocks noGrp="1"/>
          </p:cNvSpPr>
          <p:nvPr/>
        </p:nvSpPr>
        <p:spPr>
          <a:xfrm>
            <a:off x="4328000" y="1236675"/>
            <a:ext cx="1136989" cy="381000"/>
          </a:xfrm>
          <a:prstGeom prst="roundRect">
            <a:avLst>
              <a:gd name="adj" fmla="val 17500"/>
            </a:avLst>
          </a:prstGeom>
          <a:solidFill>
            <a:srgbClr val="E7F4F1"/>
          </a:solidFill>
          <a:ln w="13335">
            <a:solidFill>
              <a:srgbClr val="258477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350" b="1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Builder</a:t>
            </a:r>
          </a:p>
        </p:txBody>
      </p:sp>
      <p:sp>
        <p:nvSpPr>
          <p:cNvPr id="35" name="task-construction-tools-card">
            <a:extLst>
              <a:ext uri="{FF2B5EF4-FFF2-40B4-BE49-F238E27FC236}">
                <a16:creationId xmlns:a16="http://schemas.microsoft.com/office/drawing/2014/main" id="{4C97ECC6-5EA1-4C38-838D-5A9EDA9194A7}"/>
              </a:ext>
            </a:extLst>
          </p:cNvPr>
          <p:cNvSpPr>
            <a:spLocks noGrp="1"/>
          </p:cNvSpPr>
          <p:nvPr/>
        </p:nvSpPr>
        <p:spPr>
          <a:xfrm>
            <a:off x="6288120" y="724922"/>
            <a:ext cx="3155183" cy="1355297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4288">
            <a:solidFill>
              <a:srgbClr val="8FC9C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tools-title">
            <a:extLst>
              <a:ext uri="{FF2B5EF4-FFF2-40B4-BE49-F238E27FC236}">
                <a16:creationId xmlns:a16="http://schemas.microsoft.com/office/drawing/2014/main" id="{10A5F1BA-F69E-4BB4-A555-26A88A8DC369}"/>
              </a:ext>
            </a:extLst>
          </p:cNvPr>
          <p:cNvSpPr>
            <a:spLocks noGrp="1"/>
          </p:cNvSpPr>
          <p:nvPr/>
        </p:nvSpPr>
        <p:spPr>
          <a:xfrm>
            <a:off x="5609630" y="1921787"/>
            <a:ext cx="757097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 lnSpcReduction="10000"/>
          </a:bodyPr>
          <a:lstStyle/>
          <a:p>
            <a:pPr algn="ctr">
              <a:defRPr sz="1200" b="1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lang="en-US" sz="800" b="1" i="0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Specific</a:t>
            </a:r>
          </a:p>
          <a:p>
            <a:pPr algn="ctr">
              <a:defRPr sz="1200" b="1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lang="en-US" sz="800" b="1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T</a:t>
            </a:r>
            <a:r>
              <a:rPr sz="800" b="1" i="0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ools</a:t>
            </a:r>
          </a:p>
        </p:txBody>
      </p:sp>
      <p:sp>
        <p:nvSpPr>
          <p:cNvPr id="41" name="qc-gate">
            <a:extLst>
              <a:ext uri="{FF2B5EF4-FFF2-40B4-BE49-F238E27FC236}">
                <a16:creationId xmlns:a16="http://schemas.microsoft.com/office/drawing/2014/main" id="{47B14590-4D3F-4D58-B4AB-BFC6BC727345}"/>
              </a:ext>
            </a:extLst>
          </p:cNvPr>
          <p:cNvSpPr>
            <a:spLocks noGrp="1"/>
          </p:cNvSpPr>
          <p:nvPr/>
        </p:nvSpPr>
        <p:spPr>
          <a:xfrm>
            <a:off x="6456045" y="2499519"/>
            <a:ext cx="1706460" cy="357349"/>
          </a:xfrm>
          <a:prstGeom prst="roundRect">
            <a:avLst>
              <a:gd name="adj" fmla="val 17073"/>
            </a:avLst>
          </a:prstGeom>
          <a:solidFill>
            <a:srgbClr val="FBEDEA"/>
          </a:solidFill>
          <a:ln w="13335">
            <a:solidFill>
              <a:srgbClr val="C65D4B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endParaRPr dirty="0"/>
          </a:p>
        </p:txBody>
      </p:sp>
      <p:sp>
        <p:nvSpPr>
          <p:cNvPr id="42" name="qc-title">
            <a:extLst>
              <a:ext uri="{FF2B5EF4-FFF2-40B4-BE49-F238E27FC236}">
                <a16:creationId xmlns:a16="http://schemas.microsoft.com/office/drawing/2014/main" id="{57149292-D350-4F4E-A206-7405DCBACBC2}"/>
              </a:ext>
            </a:extLst>
          </p:cNvPr>
          <p:cNvSpPr>
            <a:spLocks noGrp="1"/>
          </p:cNvSpPr>
          <p:nvPr/>
        </p:nvSpPr>
        <p:spPr>
          <a:xfrm>
            <a:off x="6320945" y="2584573"/>
            <a:ext cx="2027878" cy="1839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125" b="1" i="0">
                <a:solidFill>
                  <a:srgbClr val="994235"/>
                </a:solidFill>
                <a:latin typeface="Arial"/>
                <a:ea typeface="Arial"/>
                <a:cs typeface="Arial"/>
              </a:defRPr>
            </a:pPr>
            <a:r>
              <a:rPr lang="en-US" sz="1050" b="1" i="0" dirty="0" err="1">
                <a:solidFill>
                  <a:srgbClr val="994235"/>
                </a:solidFill>
                <a:latin typeface="Arial"/>
                <a:ea typeface="Arial"/>
                <a:cs typeface="Arial"/>
              </a:rPr>
              <a:t>Structure&amp;Content</a:t>
            </a:r>
            <a:r>
              <a:rPr lang="en-US" sz="1050" b="1" i="0" dirty="0">
                <a:solidFill>
                  <a:srgbClr val="994235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000" b="1" dirty="0">
                <a:solidFill>
                  <a:srgbClr val="994235"/>
                </a:solidFill>
                <a:latin typeface="Arial"/>
                <a:cs typeface="Arial"/>
              </a:rPr>
              <a:t>QC</a:t>
            </a:r>
            <a:endParaRPr sz="1000" b="1" dirty="0">
              <a:solidFill>
                <a:srgbClr val="994235"/>
              </a:solidFill>
              <a:latin typeface="Arial"/>
              <a:cs typeface="Arial"/>
            </a:endParaRPr>
          </a:p>
        </p:txBody>
      </p:sp>
      <p:sp>
        <p:nvSpPr>
          <p:cNvPr id="43" name="qc-details">
            <a:extLst>
              <a:ext uri="{FF2B5EF4-FFF2-40B4-BE49-F238E27FC236}">
                <a16:creationId xmlns:a16="http://schemas.microsoft.com/office/drawing/2014/main" id="{753BA174-57A3-423A-BF1F-FDFBEC6706EF}"/>
              </a:ext>
            </a:extLst>
          </p:cNvPr>
          <p:cNvSpPr>
            <a:spLocks noGrp="1"/>
          </p:cNvSpPr>
          <p:nvPr/>
        </p:nvSpPr>
        <p:spPr>
          <a:xfrm>
            <a:off x="6420495" y="2706121"/>
            <a:ext cx="18192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125" b="0" i="0">
                <a:solidFill>
                  <a:srgbClr val="994235"/>
                </a:solidFill>
                <a:latin typeface="Arial"/>
                <a:ea typeface="Arial"/>
                <a:cs typeface="Arial"/>
              </a:defRPr>
            </a:pPr>
            <a:endParaRPr sz="1125" b="0" i="0" dirty="0">
              <a:solidFill>
                <a:srgbClr val="9942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prompt-label">
            <a:extLst>
              <a:ext uri="{FF2B5EF4-FFF2-40B4-BE49-F238E27FC236}">
                <a16:creationId xmlns:a16="http://schemas.microsoft.com/office/drawing/2014/main" id="{35209C9A-98CE-4A35-B5C1-42375ED43758}"/>
              </a:ext>
            </a:extLst>
          </p:cNvPr>
          <p:cNvSpPr>
            <a:spLocks noGrp="1"/>
          </p:cNvSpPr>
          <p:nvPr/>
        </p:nvSpPr>
        <p:spPr>
          <a:xfrm>
            <a:off x="6953250" y="863800"/>
            <a:ext cx="609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125" b="0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17685F"/>
                </a:solidFill>
                <a:latin typeface="Arial"/>
                <a:cs typeface="Arial"/>
              </a:rPr>
              <a:t>Prompt</a:t>
            </a:r>
          </a:p>
        </p:txBody>
      </p:sp>
      <p:sp>
        <p:nvSpPr>
          <p:cNvPr id="81" name="data-synth-label">
            <a:extLst>
              <a:ext uri="{FF2B5EF4-FFF2-40B4-BE49-F238E27FC236}">
                <a16:creationId xmlns:a16="http://schemas.microsoft.com/office/drawing/2014/main" id="{82C9484B-0B5E-4405-9238-009259C0CE96}"/>
              </a:ext>
            </a:extLst>
          </p:cNvPr>
          <p:cNvSpPr>
            <a:spLocks noGrp="1"/>
          </p:cNvSpPr>
          <p:nvPr/>
        </p:nvSpPr>
        <p:spPr>
          <a:xfrm>
            <a:off x="6834071" y="1242226"/>
            <a:ext cx="972202" cy="2213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125" b="0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Data Synthesis</a:t>
            </a:r>
            <a:endParaRPr sz="1000" b="1" i="0" dirty="0">
              <a:solidFill>
                <a:srgbClr val="1768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agent-label">
            <a:extLst>
              <a:ext uri="{FF2B5EF4-FFF2-40B4-BE49-F238E27FC236}">
                <a16:creationId xmlns:a16="http://schemas.microsoft.com/office/drawing/2014/main" id="{FB407A2F-598C-4275-9647-B5F3F70C50F6}"/>
              </a:ext>
            </a:extLst>
          </p:cNvPr>
          <p:cNvSpPr>
            <a:spLocks noGrp="1"/>
          </p:cNvSpPr>
          <p:nvPr/>
        </p:nvSpPr>
        <p:spPr>
          <a:xfrm>
            <a:off x="8266931" y="1668785"/>
            <a:ext cx="102235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 fontScale="92500"/>
          </a:bodyPr>
          <a:lstStyle/>
          <a:p>
            <a:pPr algn="ctr">
              <a:defRPr sz="1125" b="0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lang="en-US" sz="1125" b="1" i="0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Actor Agent(s)</a:t>
            </a:r>
            <a:endParaRPr sz="1125" b="1" i="0" dirty="0">
              <a:solidFill>
                <a:srgbClr val="1768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evaluator-label">
            <a:extLst>
              <a:ext uri="{FF2B5EF4-FFF2-40B4-BE49-F238E27FC236}">
                <a16:creationId xmlns:a16="http://schemas.microsoft.com/office/drawing/2014/main" id="{6F7F9D28-04BC-4397-893A-36E82401DEB3}"/>
              </a:ext>
            </a:extLst>
          </p:cNvPr>
          <p:cNvSpPr>
            <a:spLocks noGrp="1"/>
          </p:cNvSpPr>
          <p:nvPr/>
        </p:nvSpPr>
        <p:spPr>
          <a:xfrm>
            <a:off x="6944369" y="1622591"/>
            <a:ext cx="742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125" b="0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Evaluator</a:t>
            </a:r>
          </a:p>
        </p:txBody>
      </p:sp>
      <p:sp>
        <p:nvSpPr>
          <p:cNvPr id="84" name="env-setup-label">
            <a:extLst>
              <a:ext uri="{FF2B5EF4-FFF2-40B4-BE49-F238E27FC236}">
                <a16:creationId xmlns:a16="http://schemas.microsoft.com/office/drawing/2014/main" id="{3F0A4254-16D4-4D90-81FC-0AB0E6F9643B}"/>
              </a:ext>
            </a:extLst>
          </p:cNvPr>
          <p:cNvSpPr>
            <a:spLocks noGrp="1"/>
          </p:cNvSpPr>
          <p:nvPr/>
        </p:nvSpPr>
        <p:spPr>
          <a:xfrm>
            <a:off x="8250140" y="843027"/>
            <a:ext cx="10572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125" b="0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lang="en-US" sz="1000" b="1" i="0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Environment</a:t>
            </a:r>
            <a:endParaRPr sz="1000" b="1" i="0" dirty="0">
              <a:solidFill>
                <a:srgbClr val="1768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model-evaluation">
            <a:extLst>
              <a:ext uri="{FF2B5EF4-FFF2-40B4-BE49-F238E27FC236}">
                <a16:creationId xmlns:a16="http://schemas.microsoft.com/office/drawing/2014/main" id="{795B20B9-8ACC-4AFB-B3D4-258877F8CF2A}"/>
              </a:ext>
            </a:extLst>
          </p:cNvPr>
          <p:cNvSpPr>
            <a:spLocks noGrp="1"/>
          </p:cNvSpPr>
          <p:nvPr/>
        </p:nvSpPr>
        <p:spPr>
          <a:xfrm>
            <a:off x="10484297" y="684674"/>
            <a:ext cx="1336338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3335">
            <a:solidFill>
              <a:srgbClr val="D6DEE7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125" b="0" i="0">
                <a:solidFill>
                  <a:srgbClr val="28323C"/>
                </a:solidFill>
                <a:latin typeface="Arial"/>
                <a:ea typeface="Arial"/>
                <a:cs typeface="Arial"/>
              </a:defRPr>
            </a:pPr>
            <a:r>
              <a:rPr lang="en-US" sz="1125" dirty="0">
                <a:solidFill>
                  <a:srgbClr val="28323C"/>
                </a:solidFill>
                <a:latin typeface="Consolas" panose="020B0609020204030204" pitchFamily="49" charset="0"/>
                <a:cs typeface="Arial"/>
              </a:rPr>
              <a:t>Tasks + Results</a:t>
            </a:r>
            <a:endParaRPr sz="1125" dirty="0">
              <a:solidFill>
                <a:srgbClr val="28323C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87" name="analyzer">
            <a:extLst>
              <a:ext uri="{FF2B5EF4-FFF2-40B4-BE49-F238E27FC236}">
                <a16:creationId xmlns:a16="http://schemas.microsoft.com/office/drawing/2014/main" id="{0E38B64B-1A35-4E8A-9172-BD04D9DDA5E4}"/>
              </a:ext>
            </a:extLst>
          </p:cNvPr>
          <p:cNvSpPr>
            <a:spLocks noGrp="1"/>
          </p:cNvSpPr>
          <p:nvPr/>
        </p:nvSpPr>
        <p:spPr>
          <a:xfrm>
            <a:off x="10523816" y="1177301"/>
            <a:ext cx="1257300" cy="381000"/>
          </a:xfrm>
          <a:prstGeom prst="roundRect">
            <a:avLst>
              <a:gd name="adj" fmla="val 17500"/>
            </a:avLst>
          </a:prstGeom>
          <a:solidFill>
            <a:srgbClr val="EFEAF8"/>
          </a:solidFill>
          <a:ln w="13335">
            <a:solidFill>
              <a:srgbClr val="7453B6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350" b="1" i="0">
                <a:solidFill>
                  <a:srgbClr val="593B96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593B96"/>
                </a:solidFill>
                <a:latin typeface="Arial"/>
                <a:ea typeface="Arial"/>
                <a:cs typeface="Arial"/>
              </a:rPr>
              <a:t>Analyzer</a:t>
            </a:r>
          </a:p>
        </p:txBody>
      </p:sp>
      <p:sp>
        <p:nvSpPr>
          <p:cNvPr id="88" name="capability-hypothesis">
            <a:extLst>
              <a:ext uri="{FF2B5EF4-FFF2-40B4-BE49-F238E27FC236}">
                <a16:creationId xmlns:a16="http://schemas.microsoft.com/office/drawing/2014/main" id="{ABEDD8EF-4B55-424A-8881-513746E0A47A}"/>
              </a:ext>
            </a:extLst>
          </p:cNvPr>
          <p:cNvSpPr>
            <a:spLocks noGrp="1"/>
          </p:cNvSpPr>
          <p:nvPr/>
        </p:nvSpPr>
        <p:spPr>
          <a:xfrm>
            <a:off x="11105533" y="1784589"/>
            <a:ext cx="1031996" cy="328582"/>
          </a:xfrm>
          <a:prstGeom prst="roundRect">
            <a:avLst>
              <a:gd name="adj" fmla="val 17949"/>
            </a:avLst>
          </a:prstGeom>
          <a:solidFill>
            <a:srgbClr val="EFEAF8"/>
          </a:solidFill>
          <a:ln w="13335">
            <a:solidFill>
              <a:srgbClr val="7453B6"/>
            </a:solidFill>
            <a:prstDash val="solid"/>
          </a:ln>
        </p:spPr>
        <p:txBody>
          <a:bodyPr wrap="square" lIns="19050" tIns="0" rIns="19050" bIns="0" anchor="ctr">
            <a:normAutofit lnSpcReduction="10000"/>
          </a:bodyPr>
          <a:lstStyle/>
          <a:p>
            <a:pPr algn="ctr">
              <a:defRPr sz="1350" b="0" i="0">
                <a:solidFill>
                  <a:srgbClr val="593B96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593B96"/>
                </a:solidFill>
                <a:latin typeface="Arial"/>
                <a:ea typeface="Arial"/>
                <a:cs typeface="Arial"/>
              </a:rPr>
              <a:t>Capability </a:t>
            </a:r>
            <a:endParaRPr lang="en-US" sz="1000" b="1" i="0" dirty="0">
              <a:solidFill>
                <a:srgbClr val="593B96"/>
              </a:solidFill>
              <a:latin typeface="Arial"/>
              <a:ea typeface="Arial"/>
              <a:cs typeface="Arial"/>
            </a:endParaRPr>
          </a:p>
          <a:p>
            <a:pPr algn="ctr">
              <a:defRPr sz="1350" b="0" i="0">
                <a:solidFill>
                  <a:srgbClr val="593B96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rgbClr val="593B96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90" name="diagnostic-report">
            <a:extLst>
              <a:ext uri="{FF2B5EF4-FFF2-40B4-BE49-F238E27FC236}">
                <a16:creationId xmlns:a16="http://schemas.microsoft.com/office/drawing/2014/main" id="{B6DB2353-449F-4080-A1E8-39E9A9D14B66}"/>
              </a:ext>
            </a:extLst>
          </p:cNvPr>
          <p:cNvSpPr>
            <a:spLocks noGrp="1"/>
          </p:cNvSpPr>
          <p:nvPr/>
        </p:nvSpPr>
        <p:spPr>
          <a:xfrm>
            <a:off x="12255522" y="2771575"/>
            <a:ext cx="1081377" cy="493264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3335">
            <a:solidFill>
              <a:srgbClr val="D6DEE7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350" b="0" i="0">
                <a:solidFill>
                  <a:srgbClr val="28323C"/>
                </a:solidFill>
                <a:latin typeface="Arial"/>
                <a:ea typeface="Arial"/>
                <a:cs typeface="Arial"/>
              </a:defRPr>
            </a:pPr>
            <a:r>
              <a:rPr lang="en-US" sz="1130" b="0" i="0" dirty="0">
                <a:solidFill>
                  <a:srgbClr val="28323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Benchmark </a:t>
            </a:r>
          </a:p>
          <a:p>
            <a:pPr algn="ctr">
              <a:defRPr sz="1350" b="0" i="0">
                <a:solidFill>
                  <a:srgbClr val="28323C"/>
                </a:solidFill>
                <a:latin typeface="Arial"/>
                <a:ea typeface="Arial"/>
                <a:cs typeface="Arial"/>
              </a:defRPr>
            </a:pPr>
            <a:r>
              <a:rPr lang="en-US" sz="1130" b="0" i="0" dirty="0">
                <a:solidFill>
                  <a:srgbClr val="28323C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+Report</a:t>
            </a:r>
          </a:p>
        </p:txBody>
      </p:sp>
      <p:cxnSp>
        <p:nvCxnSpPr>
          <p:cNvPr id="191" name="task-definition-to-model"/>
          <p:cNvCxnSpPr>
            <a:cxnSpLocks/>
            <a:endCxn id="86" idx="1"/>
          </p:cNvCxnSpPr>
          <p:nvPr/>
        </p:nvCxnSpPr>
        <p:spPr>
          <a:xfrm flipV="1">
            <a:off x="8184234" y="870412"/>
            <a:ext cx="2300063" cy="1808043"/>
          </a:xfrm>
          <a:prstGeom prst="bentConnector3">
            <a:avLst>
              <a:gd name="adj1" fmla="val 60717"/>
            </a:avLst>
          </a:prstGeom>
          <a:ln w="19050">
            <a:solidFill>
              <a:srgbClr val="536170"/>
            </a:solidFill>
            <a:prstDash val="solid"/>
            <a:tailEnd type="triangle" w="sm" len="sm"/>
          </a:ln>
        </p:spPr>
      </p:cxnSp>
      <p:cxnSp>
        <p:nvCxnSpPr>
          <p:cNvPr id="192" name="model-to-analyzer"/>
          <p:cNvCxnSpPr>
            <a:cxnSpLocks/>
            <a:stCxn id="86" idx="2"/>
            <a:endCxn id="87" idx="0"/>
          </p:cNvCxnSpPr>
          <p:nvPr/>
        </p:nvCxnSpPr>
        <p:spPr>
          <a:xfrm>
            <a:off x="11152466" y="1056149"/>
            <a:ext cx="0" cy="121152"/>
          </a:xfrm>
          <a:prstGeom prst="straightConnector1">
            <a:avLst/>
          </a:prstGeom>
          <a:ln w="14288">
            <a:solidFill>
              <a:srgbClr val="536170"/>
            </a:solidFill>
            <a:prstDash val="solid"/>
            <a:tailEnd type="triangle" w="sm" len="sm"/>
          </a:ln>
        </p:spPr>
      </p:cxnSp>
      <p:pic>
        <p:nvPicPr>
          <p:cNvPr id="114" name="图形 113" descr="清单 纯色填充">
            <a:extLst>
              <a:ext uri="{FF2B5EF4-FFF2-40B4-BE49-F238E27FC236}">
                <a16:creationId xmlns:a16="http://schemas.microsoft.com/office/drawing/2014/main" id="{A2F67601-035E-21BD-3AC4-F671D47A8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0603" y="1556932"/>
            <a:ext cx="363418" cy="363418"/>
          </a:xfrm>
          <a:prstGeom prst="rect">
            <a:avLst/>
          </a:prstGeom>
        </p:spPr>
      </p:pic>
      <p:pic>
        <p:nvPicPr>
          <p:cNvPr id="116" name="图形 115" descr="便携式计算机 纯色填充">
            <a:extLst>
              <a:ext uri="{FF2B5EF4-FFF2-40B4-BE49-F238E27FC236}">
                <a16:creationId xmlns:a16="http://schemas.microsoft.com/office/drawing/2014/main" id="{94EC524D-A0F8-8F26-C201-E083940CD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3322" y="809390"/>
            <a:ext cx="351836" cy="351836"/>
          </a:xfrm>
          <a:prstGeom prst="rect">
            <a:avLst/>
          </a:prstGeom>
        </p:spPr>
      </p:pic>
      <p:pic>
        <p:nvPicPr>
          <p:cNvPr id="118" name="图形 117" descr="字幕 纯色填充">
            <a:extLst>
              <a:ext uri="{FF2B5EF4-FFF2-40B4-BE49-F238E27FC236}">
                <a16:creationId xmlns:a16="http://schemas.microsoft.com/office/drawing/2014/main" id="{78AEC452-2037-9543-3741-E3C764731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3323" y="789453"/>
            <a:ext cx="409006" cy="409006"/>
          </a:xfrm>
          <a:prstGeom prst="rect">
            <a:avLst/>
          </a:prstGeom>
        </p:spPr>
      </p:pic>
      <p:pic>
        <p:nvPicPr>
          <p:cNvPr id="120" name="图形 119" descr="机器人 纯色填充">
            <a:extLst>
              <a:ext uri="{FF2B5EF4-FFF2-40B4-BE49-F238E27FC236}">
                <a16:creationId xmlns:a16="http://schemas.microsoft.com/office/drawing/2014/main" id="{38571347-4651-B282-E52C-F9CB7AC93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6444" y="1598782"/>
            <a:ext cx="355402" cy="355402"/>
          </a:xfrm>
          <a:prstGeom prst="rect">
            <a:avLst/>
          </a:prstGeom>
        </p:spPr>
      </p:pic>
      <p:sp>
        <p:nvSpPr>
          <p:cNvPr id="131" name="文本框 130">
            <a:extLst>
              <a:ext uri="{FF2B5EF4-FFF2-40B4-BE49-F238E27FC236}">
                <a16:creationId xmlns:a16="http://schemas.microsoft.com/office/drawing/2014/main" id="{09C8A66A-4919-7F13-DBC5-101197BFC775}"/>
              </a:ext>
            </a:extLst>
          </p:cNvPr>
          <p:cNvSpPr txBox="1"/>
          <p:nvPr/>
        </p:nvSpPr>
        <p:spPr>
          <a:xfrm>
            <a:off x="8665246" y="2241783"/>
            <a:ext cx="9656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solidFill>
                  <a:srgbClr val="28323C"/>
                </a:solidFill>
                <a:latin typeface="Arial"/>
                <a:ea typeface="Arial"/>
                <a:cs typeface="Arial"/>
              </a:rPr>
              <a:t>Run Evaluation</a:t>
            </a:r>
          </a:p>
        </p:txBody>
      </p:sp>
      <p:pic>
        <p:nvPicPr>
          <p:cNvPr id="140" name="图形 139" descr="工具 纯色填充">
            <a:extLst>
              <a:ext uri="{FF2B5EF4-FFF2-40B4-BE49-F238E27FC236}">
                <a16:creationId xmlns:a16="http://schemas.microsoft.com/office/drawing/2014/main" id="{72FE9365-43BC-C4DB-0C60-0D49F5FA71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1115" y="729779"/>
            <a:ext cx="373954" cy="373954"/>
          </a:xfrm>
          <a:prstGeom prst="rect">
            <a:avLst/>
          </a:prstGeom>
        </p:spPr>
      </p:pic>
      <p:pic>
        <p:nvPicPr>
          <p:cNvPr id="142" name="图形 141" descr="工具 纯色填充">
            <a:extLst>
              <a:ext uri="{FF2B5EF4-FFF2-40B4-BE49-F238E27FC236}">
                <a16:creationId xmlns:a16="http://schemas.microsoft.com/office/drawing/2014/main" id="{8FB3552D-864A-E06B-3DC2-072D2A319B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08026" y="1151120"/>
            <a:ext cx="394063" cy="394063"/>
          </a:xfrm>
          <a:prstGeom prst="rect">
            <a:avLst/>
          </a:prstGeom>
        </p:spPr>
      </p:pic>
      <p:sp>
        <p:nvSpPr>
          <p:cNvPr id="158" name="文本框 157">
            <a:extLst>
              <a:ext uri="{FF2B5EF4-FFF2-40B4-BE49-F238E27FC236}">
                <a16:creationId xmlns:a16="http://schemas.microsoft.com/office/drawing/2014/main" id="{29915044-E204-1F6C-FB5F-5802861C6673}"/>
              </a:ext>
            </a:extLst>
          </p:cNvPr>
          <p:cNvSpPr txBox="1"/>
          <p:nvPr/>
        </p:nvSpPr>
        <p:spPr>
          <a:xfrm>
            <a:off x="5835665" y="1455304"/>
            <a:ext cx="310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·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0D21B68-9AF7-07B3-1B46-269B6AE3FAF2}"/>
              </a:ext>
            </a:extLst>
          </p:cNvPr>
          <p:cNvSpPr txBox="1"/>
          <p:nvPr/>
        </p:nvSpPr>
        <p:spPr>
          <a:xfrm>
            <a:off x="5835665" y="1541709"/>
            <a:ext cx="310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·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78F297DE-DCD3-24FB-FF3A-1635D731E791}"/>
              </a:ext>
            </a:extLst>
          </p:cNvPr>
          <p:cNvSpPr txBox="1"/>
          <p:nvPr/>
        </p:nvSpPr>
        <p:spPr>
          <a:xfrm>
            <a:off x="5835665" y="1640104"/>
            <a:ext cx="310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·</a:t>
            </a:r>
          </a:p>
        </p:txBody>
      </p:sp>
      <p:sp>
        <p:nvSpPr>
          <p:cNvPr id="163" name="item-plan">
            <a:extLst>
              <a:ext uri="{FF2B5EF4-FFF2-40B4-BE49-F238E27FC236}">
                <a16:creationId xmlns:a16="http://schemas.microsoft.com/office/drawing/2014/main" id="{8AA31D6F-A293-26BC-5526-AA5C60FE4017}"/>
              </a:ext>
            </a:extLst>
          </p:cNvPr>
          <p:cNvSpPr>
            <a:spLocks noGrp="1"/>
          </p:cNvSpPr>
          <p:nvPr/>
        </p:nvSpPr>
        <p:spPr>
          <a:xfrm>
            <a:off x="2141608" y="715323"/>
            <a:ext cx="1168605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3335">
            <a:solidFill>
              <a:srgbClr val="D6DEE7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350" b="0" i="0">
                <a:solidFill>
                  <a:srgbClr val="28323C"/>
                </a:solidFill>
                <a:latin typeface="Arial"/>
                <a:ea typeface="Arial"/>
                <a:cs typeface="Arial"/>
              </a:defRPr>
            </a:pPr>
            <a:r>
              <a:rPr lang="en-US" sz="1350" b="0" i="0" dirty="0">
                <a:solidFill>
                  <a:srgbClr val="28323C"/>
                </a:solidFill>
                <a:latin typeface="Consolas" panose="020B0609020204030204" pitchFamily="49" charset="0"/>
                <a:ea typeface="Arial"/>
                <a:cs typeface="Arial"/>
              </a:rPr>
              <a:t>User Input</a:t>
            </a:r>
            <a:endParaRPr sz="1350" b="0" i="0" dirty="0">
              <a:solidFill>
                <a:srgbClr val="28323C"/>
              </a:solidFill>
              <a:latin typeface="Consolas" panose="020B0609020204030204" pitchFamily="49" charset="0"/>
              <a:ea typeface="Arial"/>
              <a:cs typeface="Arial"/>
            </a:endParaRPr>
          </a:p>
        </p:txBody>
      </p:sp>
      <p:pic>
        <p:nvPicPr>
          <p:cNvPr id="165" name="图形 164" descr="放大镜 纯色填充">
            <a:extLst>
              <a:ext uri="{FF2B5EF4-FFF2-40B4-BE49-F238E27FC236}">
                <a16:creationId xmlns:a16="http://schemas.microsoft.com/office/drawing/2014/main" id="{4A05EC59-CCFE-AEB0-0A73-49D9CC6B7A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04838" y="2378908"/>
            <a:ext cx="319770" cy="319770"/>
          </a:xfrm>
          <a:prstGeom prst="rect">
            <a:avLst/>
          </a:prstGeom>
        </p:spPr>
      </p:pic>
      <p:sp>
        <p:nvSpPr>
          <p:cNvPr id="166" name="文本框 165">
            <a:extLst>
              <a:ext uri="{FF2B5EF4-FFF2-40B4-BE49-F238E27FC236}">
                <a16:creationId xmlns:a16="http://schemas.microsoft.com/office/drawing/2014/main" id="{795B4CEF-E3A2-4015-671A-DBA66E75F37B}"/>
              </a:ext>
            </a:extLst>
          </p:cNvPr>
          <p:cNvSpPr txBox="1"/>
          <p:nvPr/>
        </p:nvSpPr>
        <p:spPr>
          <a:xfrm>
            <a:off x="2702579" y="2347918"/>
            <a:ext cx="9068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350" b="1" i="0">
                <a:solidFill>
                  <a:srgbClr val="28598E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rgbClr val="28598E"/>
                </a:solidFill>
                <a:latin typeface="Arial"/>
                <a:cs typeface="Arial"/>
              </a:rPr>
              <a:t>Research </a:t>
            </a:r>
          </a:p>
          <a:p>
            <a:pPr algn="ctr">
              <a:defRPr sz="1350" b="1" i="0">
                <a:solidFill>
                  <a:srgbClr val="28598E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50" b="1" dirty="0">
                <a:solidFill>
                  <a:srgbClr val="28598E"/>
                </a:solidFill>
                <a:latin typeface="Arial"/>
                <a:cs typeface="Arial"/>
              </a:rPr>
              <a:t>Backend</a:t>
            </a:r>
            <a:endParaRPr lang="zh-CN" altLang="en-US" sz="1050" b="1" dirty="0">
              <a:solidFill>
                <a:srgbClr val="28598E"/>
              </a:solidFill>
              <a:latin typeface="Arial"/>
              <a:cs typeface="Arial"/>
            </a:endParaRPr>
          </a:p>
        </p:txBody>
      </p:sp>
      <p:sp>
        <p:nvSpPr>
          <p:cNvPr id="176" name="箭头: 右弧形 175">
            <a:extLst>
              <a:ext uri="{FF2B5EF4-FFF2-40B4-BE49-F238E27FC236}">
                <a16:creationId xmlns:a16="http://schemas.microsoft.com/office/drawing/2014/main" id="{D9751FC7-EBC7-7912-0430-99EDCD6E8F38}"/>
              </a:ext>
            </a:extLst>
          </p:cNvPr>
          <p:cNvSpPr/>
          <p:nvPr/>
        </p:nvSpPr>
        <p:spPr>
          <a:xfrm>
            <a:off x="3369716" y="1770605"/>
            <a:ext cx="229271" cy="603606"/>
          </a:xfrm>
          <a:prstGeom prst="curved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8" name="箭头: 右弧形 177">
            <a:extLst>
              <a:ext uri="{FF2B5EF4-FFF2-40B4-BE49-F238E27FC236}">
                <a16:creationId xmlns:a16="http://schemas.microsoft.com/office/drawing/2014/main" id="{FDFB35A4-8015-8B8A-2B19-3C7143520AC0}"/>
              </a:ext>
            </a:extLst>
          </p:cNvPr>
          <p:cNvSpPr/>
          <p:nvPr/>
        </p:nvSpPr>
        <p:spPr>
          <a:xfrm rot="10800000">
            <a:off x="2517618" y="1744312"/>
            <a:ext cx="229271" cy="603606"/>
          </a:xfrm>
          <a:prstGeom prst="curvedLef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0ACEB0C1-B656-D203-BD25-814494DC2B7E}"/>
              </a:ext>
            </a:extLst>
          </p:cNvPr>
          <p:cNvSpPr txBox="1"/>
          <p:nvPr/>
        </p:nvSpPr>
        <p:spPr>
          <a:xfrm>
            <a:off x="2609035" y="1932982"/>
            <a:ext cx="10249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Loop</a:t>
            </a:r>
            <a:endParaRPr lang="zh-CN" altLang="en-US" sz="9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左大括号 180">
            <a:extLst>
              <a:ext uri="{FF2B5EF4-FFF2-40B4-BE49-F238E27FC236}">
                <a16:creationId xmlns:a16="http://schemas.microsoft.com/office/drawing/2014/main" id="{F419F56C-B7E0-B232-62D8-7037D0D9C478}"/>
              </a:ext>
            </a:extLst>
          </p:cNvPr>
          <p:cNvSpPr/>
          <p:nvPr/>
        </p:nvSpPr>
        <p:spPr>
          <a:xfrm>
            <a:off x="5544545" y="789453"/>
            <a:ext cx="225691" cy="129076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qc-gate">
            <a:extLst>
              <a:ext uri="{FF2B5EF4-FFF2-40B4-BE49-F238E27FC236}">
                <a16:creationId xmlns:a16="http://schemas.microsoft.com/office/drawing/2014/main" id="{80010AA4-048C-9377-F860-1C9A8E319D05}"/>
              </a:ext>
            </a:extLst>
          </p:cNvPr>
          <p:cNvSpPr>
            <a:spLocks noGrp="1"/>
          </p:cNvSpPr>
          <p:nvPr/>
        </p:nvSpPr>
        <p:spPr>
          <a:xfrm>
            <a:off x="4442521" y="2077373"/>
            <a:ext cx="965614" cy="875854"/>
          </a:xfrm>
          <a:prstGeom prst="roundRect">
            <a:avLst>
              <a:gd name="adj" fmla="val 17073"/>
            </a:avLst>
          </a:prstGeom>
          <a:solidFill>
            <a:srgbClr val="FBEDEA"/>
          </a:solidFill>
          <a:ln w="13335">
            <a:solidFill>
              <a:srgbClr val="C65D4B"/>
            </a:solidFill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endParaRPr/>
          </a:p>
        </p:txBody>
      </p:sp>
      <p:pic>
        <p:nvPicPr>
          <p:cNvPr id="183" name="图形 182" descr="铅笔 纯色填充">
            <a:extLst>
              <a:ext uri="{FF2B5EF4-FFF2-40B4-BE49-F238E27FC236}">
                <a16:creationId xmlns:a16="http://schemas.microsoft.com/office/drawing/2014/main" id="{EB83EAF5-21B8-1990-E276-686BC66E58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0517" y="1194783"/>
            <a:ext cx="346036" cy="346036"/>
          </a:xfrm>
          <a:prstGeom prst="rect">
            <a:avLst/>
          </a:prstGeom>
        </p:spPr>
      </p:pic>
      <p:sp>
        <p:nvSpPr>
          <p:cNvPr id="85" name="resources-label">
            <a:extLst>
              <a:ext uri="{FF2B5EF4-FFF2-40B4-BE49-F238E27FC236}">
                <a16:creationId xmlns:a16="http://schemas.microsoft.com/office/drawing/2014/main" id="{C0900687-D328-47B0-8F90-E6B86FE6DE05}"/>
              </a:ext>
            </a:extLst>
          </p:cNvPr>
          <p:cNvSpPr>
            <a:spLocks noGrp="1"/>
          </p:cNvSpPr>
          <p:nvPr/>
        </p:nvSpPr>
        <p:spPr>
          <a:xfrm>
            <a:off x="4367227" y="2511652"/>
            <a:ext cx="1136989" cy="4131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1125" b="0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sz="1250" b="1" i="0" dirty="0">
                <a:solidFill>
                  <a:srgbClr val="17685F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pic>
        <p:nvPicPr>
          <p:cNvPr id="110" name="图形 109" descr="书籍 纯色填充">
            <a:extLst>
              <a:ext uri="{FF2B5EF4-FFF2-40B4-BE49-F238E27FC236}">
                <a16:creationId xmlns:a16="http://schemas.microsoft.com/office/drawing/2014/main" id="{7B9C46B1-185A-0A2A-51DD-B3C6E2182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00247" y="2194741"/>
            <a:ext cx="470947" cy="470947"/>
          </a:xfrm>
          <a:prstGeom prst="rect">
            <a:avLst/>
          </a:prstGeom>
        </p:spPr>
      </p:pic>
      <p:pic>
        <p:nvPicPr>
          <p:cNvPr id="187" name="图形 186" descr="灯泡 纯色填充">
            <a:extLst>
              <a:ext uri="{FF2B5EF4-FFF2-40B4-BE49-F238E27FC236}">
                <a16:creationId xmlns:a16="http://schemas.microsoft.com/office/drawing/2014/main" id="{990231E3-6FB5-0843-5399-CB0E08D555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53581" y="1156597"/>
            <a:ext cx="346036" cy="346036"/>
          </a:xfrm>
          <a:prstGeom prst="rect">
            <a:avLst/>
          </a:prstGeom>
        </p:spPr>
      </p:pic>
      <p:sp>
        <p:nvSpPr>
          <p:cNvPr id="188" name="文本框 187">
            <a:extLst>
              <a:ext uri="{FF2B5EF4-FFF2-40B4-BE49-F238E27FC236}">
                <a16:creationId xmlns:a16="http://schemas.microsoft.com/office/drawing/2014/main" id="{D2C59FBF-FEC6-4A02-E582-92AB4EBAE514}"/>
              </a:ext>
            </a:extLst>
          </p:cNvPr>
          <p:cNvSpPr txBox="1"/>
          <p:nvPr/>
        </p:nvSpPr>
        <p:spPr>
          <a:xfrm>
            <a:off x="8308500" y="1206504"/>
            <a:ext cx="980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125" b="0" i="0">
                <a:solidFill>
                  <a:srgbClr val="17685F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00" b="1" dirty="0">
                <a:solidFill>
                  <a:srgbClr val="17685F"/>
                </a:solidFill>
                <a:latin typeface="Arial"/>
                <a:cs typeface="Arial"/>
              </a:rPr>
              <a:t>Answer</a:t>
            </a:r>
            <a:endParaRPr lang="zh-CN" altLang="en-US" sz="1000" b="1" dirty="0">
              <a:solidFill>
                <a:srgbClr val="17685F"/>
              </a:solidFill>
              <a:latin typeface="Arial"/>
              <a:cs typeface="Arial"/>
            </a:endParaRPr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43D7036F-3E40-DDBD-787E-A5906EA5857F}"/>
              </a:ext>
            </a:extLst>
          </p:cNvPr>
          <p:cNvCxnSpPr>
            <a:cxnSpLocks/>
            <a:stCxn id="166" idx="3"/>
          </p:cNvCxnSpPr>
          <p:nvPr/>
        </p:nvCxnSpPr>
        <p:spPr>
          <a:xfrm>
            <a:off x="3609423" y="2563362"/>
            <a:ext cx="78923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E67884AE-7670-6611-A187-3DA4C2A6F489}"/>
              </a:ext>
            </a:extLst>
          </p:cNvPr>
          <p:cNvCxnSpPr>
            <a:cxnSpLocks/>
          </p:cNvCxnSpPr>
          <p:nvPr/>
        </p:nvCxnSpPr>
        <p:spPr>
          <a:xfrm>
            <a:off x="2240497" y="1626699"/>
            <a:ext cx="0" cy="12301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连接符: 肘形 228">
            <a:extLst>
              <a:ext uri="{FF2B5EF4-FFF2-40B4-BE49-F238E27FC236}">
                <a16:creationId xmlns:a16="http://schemas.microsoft.com/office/drawing/2014/main" id="{819B4148-D673-8AB2-56E0-A1F2F6D566B9}"/>
              </a:ext>
            </a:extLst>
          </p:cNvPr>
          <p:cNvCxnSpPr>
            <a:cxnSpLocks/>
          </p:cNvCxnSpPr>
          <p:nvPr/>
        </p:nvCxnSpPr>
        <p:spPr>
          <a:xfrm flipV="1">
            <a:off x="2240497" y="918734"/>
            <a:ext cx="2265473" cy="1931520"/>
          </a:xfrm>
          <a:prstGeom prst="bentConnector3">
            <a:avLst>
              <a:gd name="adj1" fmla="val 67169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00E88FA9-4046-F48C-59D4-E4E2F7A8225D}"/>
              </a:ext>
            </a:extLst>
          </p:cNvPr>
          <p:cNvCxnSpPr/>
          <p:nvPr/>
        </p:nvCxnSpPr>
        <p:spPr>
          <a:xfrm>
            <a:off x="2234659" y="2113171"/>
            <a:ext cx="23130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91CB649E-D01B-98D5-A773-1776224E2091}"/>
              </a:ext>
            </a:extLst>
          </p:cNvPr>
          <p:cNvCxnSpPr>
            <a:cxnSpLocks/>
          </p:cNvCxnSpPr>
          <p:nvPr/>
        </p:nvCxnSpPr>
        <p:spPr>
          <a:xfrm>
            <a:off x="5410170" y="2411861"/>
            <a:ext cx="103043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D3CB6122-2FD7-BBA6-8A17-D7B353AB02AB}"/>
              </a:ext>
            </a:extLst>
          </p:cNvPr>
          <p:cNvCxnSpPr>
            <a:cxnSpLocks/>
          </p:cNvCxnSpPr>
          <p:nvPr/>
        </p:nvCxnSpPr>
        <p:spPr>
          <a:xfrm flipV="1">
            <a:off x="6429375" y="2082090"/>
            <a:ext cx="0" cy="3316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5E56B188-33EA-26DF-943D-E644FB3667A5}"/>
              </a:ext>
            </a:extLst>
          </p:cNvPr>
          <p:cNvCxnSpPr>
            <a:cxnSpLocks/>
          </p:cNvCxnSpPr>
          <p:nvPr/>
        </p:nvCxnSpPr>
        <p:spPr>
          <a:xfrm>
            <a:off x="7278094" y="2122696"/>
            <a:ext cx="0" cy="3252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接箭头连接符 265">
            <a:extLst>
              <a:ext uri="{FF2B5EF4-FFF2-40B4-BE49-F238E27FC236}">
                <a16:creationId xmlns:a16="http://schemas.microsoft.com/office/drawing/2014/main" id="{B75BF6F9-515F-5208-2CBF-D3918B641C21}"/>
              </a:ext>
            </a:extLst>
          </p:cNvPr>
          <p:cNvCxnSpPr/>
          <p:nvPr/>
        </p:nvCxnSpPr>
        <p:spPr>
          <a:xfrm>
            <a:off x="4896494" y="1091441"/>
            <a:ext cx="0" cy="155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FCF93919-599C-F581-6E8A-E333C736A7D0}"/>
              </a:ext>
            </a:extLst>
          </p:cNvPr>
          <p:cNvCxnSpPr/>
          <p:nvPr/>
        </p:nvCxnSpPr>
        <p:spPr>
          <a:xfrm>
            <a:off x="2702579" y="1091441"/>
            <a:ext cx="0" cy="155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7349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52</Words>
  <Application>Microsoft Office PowerPoint</Application>
  <DocSecurity>0</DocSecurity>
  <PresentationFormat>自定义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Cascadia Code</vt:lpstr>
      <vt:lpstr>Consolas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assassin like</cp:lastModifiedBy>
  <cp:revision>5</cp:revision>
  <dcterms:created xsi:type="dcterms:W3CDTF">2026-09-14T12:36:02Z</dcterms:created>
  <dcterms:modified xsi:type="dcterms:W3CDTF">2026-09-14T16:41:10Z</dcterms:modified>
</cp:coreProperties>
</file>