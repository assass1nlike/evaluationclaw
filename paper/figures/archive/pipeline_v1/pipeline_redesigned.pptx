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ed54dbc534497e" /><Relationship Type="http://schemas.openxmlformats.org/officeDocument/2006/relationships/extended-properties" Target="/docProps/app.xml" Id="Redc6bcc11a424df6" /><Relationship Type="http://schemas.openxmlformats.org/officeDocument/2006/relationships/officeDocument" Target="/ppt/presentation.xml" Id="Rabb40d23ddca41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f6ee8ac1044821"/>
  </p:sldMasterIdLst>
  <p:notesMasterIdLst>
    <p:notesMasterId xmlns:r="http://schemas.openxmlformats.org/officeDocument/2006/relationships" r:id="R313cf7dc46604aa2"/>
  </p:notesMasterIdLst>
  <p:sldIdLst>
    <p:sldId xmlns:r="http://schemas.openxmlformats.org/officeDocument/2006/relationships" id="256" r:id="Rc832661bd90a42f8"/>
  </p:sldIdLst>
  <p:sldSz cx="13716000" cy="6172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8a4e00678e4d48" /><Relationship Type="http://schemas.openxmlformats.org/officeDocument/2006/relationships/slideMaster" Target="/ppt/slideMasters/slideMaster1.xml" Id="R7cf6ee8ac1044821" /><Relationship Type="http://schemas.openxmlformats.org/officeDocument/2006/relationships/notesMaster" Target="/ppt/notesMasters/notesMaster1.xml" Id="R313cf7dc46604aa2" /><Relationship Type="http://schemas.openxmlformats.org/officeDocument/2006/relationships/presProps" Target="/ppt/presProps.xml" Id="R2c40a39877764c37" /><Relationship Type="http://schemas.openxmlformats.org/officeDocument/2006/relationships/tableStyles" Target="/ppt/tableStyles.xml" Id="R85e19c95be75412e" /><Relationship Type="http://schemas.openxmlformats.org/officeDocument/2006/relationships/slide" Target="/ppt/slides/slide1.xml" Id="Rc832661bd90a42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7428838e8c4f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d6fa464ac04b9e" /><Relationship Type="http://schemas.openxmlformats.org/officeDocument/2006/relationships/notesMaster" Target="/ppt/notesMasters/notesMaster1.xml" Id="R959ecc8cec8e4c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e835622d74a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5e48fa3c2c46fa" /><Relationship Type="http://schemas.openxmlformats.org/officeDocument/2006/relationships/slideLayout" Target="/ppt/slideLayouts/slideLayout1.xml" Id="R25636b9f68ba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636b9f68ba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4c65e32b44978" /><Relationship Type="http://schemas.openxmlformats.org/officeDocument/2006/relationships/notesSlide" Target="/ppt/notesSlides/notesSlide1.xml" Id="R212c080fc1594d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nner-region">
            <a:extLst xmlns:a="http://schemas.openxmlformats.org/drawingml/2006/main">
              <a:ext uri="{FF2B5EF4-FFF2-40B4-BE49-F238E27FC236}">
                <a16:creationId xmlns:a16="http://schemas.microsoft.com/office/drawing/2014/main" id="{A3C9BFF5-60ED-447B-BFE4-1C43DD0A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2895600" cy="539115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arness-region">
            <a:extLst xmlns:a="http://schemas.openxmlformats.org/drawingml/2006/main">
              <a:ext uri="{FF2B5EF4-FFF2-40B4-BE49-F238E27FC236}">
                <a16:creationId xmlns:a16="http://schemas.microsoft.com/office/drawing/2014/main" id="{37D541D1-B620-458D-985F-F47B032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"/>
            <a:ext cx="6457950" cy="5391150"/>
          </a:xfrm>
          <a:prstGeom xmlns:a="http://schemas.openxmlformats.org/drawingml/2006/main" prst="roundRect">
            <a:avLst>
              <a:gd name="adj" fmla="val 2120"/>
            </a:avLst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nalyzer-region">
            <a:extLst xmlns:a="http://schemas.openxmlformats.org/drawingml/2006/main">
              <a:ext uri="{FF2B5EF4-FFF2-40B4-BE49-F238E27FC236}">
                <a16:creationId xmlns:a16="http://schemas.microsoft.com/office/drawing/2014/main" id="{98099659-6894-40A4-952A-73D514A0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6200"/>
            <a:ext cx="3790950" cy="53911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7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lanner-accent">
            <a:extLst xmlns:a="http://schemas.openxmlformats.org/drawingml/2006/main">
              <a:ext uri="{FF2B5EF4-FFF2-40B4-BE49-F238E27FC236}">
                <a16:creationId xmlns:a16="http://schemas.microsoft.com/office/drawing/2014/main" id="{5B8F5962-9EF9-4FB8-98EA-556989AC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57175"/>
            <a:ext cx="38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ness-accent">
            <a:extLst xmlns:a="http://schemas.openxmlformats.org/drawingml/2006/main">
              <a:ext uri="{FF2B5EF4-FFF2-40B4-BE49-F238E27FC236}">
                <a16:creationId xmlns:a16="http://schemas.microsoft.com/office/drawing/2014/main" id="{B99D9BF3-ABE2-4303-8F7B-20D38F50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"/>
            <a:ext cx="38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nalyzer-accent">
            <a:extLst xmlns:a="http://schemas.openxmlformats.org/drawingml/2006/main">
              <a:ext uri="{FF2B5EF4-FFF2-40B4-BE49-F238E27FC236}">
                <a16:creationId xmlns:a16="http://schemas.microsoft.com/office/drawing/2014/main" id="{5DE15B4F-2BE5-41CC-BC58-7BB71A14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"/>
            <a:ext cx="38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nner-heading">
            <a:extLst xmlns:a="http://schemas.openxmlformats.org/drawingml/2006/main">
              <a:ext uri="{FF2B5EF4-FFF2-40B4-BE49-F238E27FC236}">
                <a16:creationId xmlns:a16="http://schemas.microsoft.com/office/drawing/2014/main" id="{44177B5B-9715-4F0D-A9A3-4FB679C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6E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EA6"/>
                </a:solidFill>
                <a:latin typeface="Arial"/>
                <a:ea typeface="Arial"/>
                <a:cs typeface="Arial"/>
              </a:rPr>
              <a:t>Research-assisted</a:t>
            </a:r>
          </a:p>
          <a:p xmlns:a="http://schemas.openxmlformats.org/drawingml/2006/main">
            <a:pPr algn="l">
              <a:defRPr sz="2100" b="1">
                <a:solidFill>
                  <a:srgbClr val="356E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EA6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8" name="harness-heading">
            <a:extLst xmlns:a="http://schemas.openxmlformats.org/drawingml/2006/main">
              <a:ext uri="{FF2B5EF4-FFF2-40B4-BE49-F238E27FC236}">
                <a16:creationId xmlns:a16="http://schemas.microsoft.com/office/drawing/2014/main" id="{CB5F66A1-3F40-4C5E-9B96-FB578CC3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7E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E75"/>
                </a:solidFill>
                <a:latin typeface="Arial"/>
                <a:ea typeface="Arial"/>
                <a:cs typeface="Arial"/>
              </a:rPr>
              <a:t>Builder + EvalScientist-Harness</a:t>
            </a:r>
          </a:p>
        </p:txBody>
      </p:sp>
      <p:sp>
        <p:nvSpPr>
          <p:cNvPr id="9" name="analyzer-heading">
            <a:extLst xmlns:a="http://schemas.openxmlformats.org/drawingml/2006/main">
              <a:ext uri="{FF2B5EF4-FFF2-40B4-BE49-F238E27FC236}">
                <a16:creationId xmlns:a16="http://schemas.microsoft.com/office/drawing/2014/main" id="{3962D02E-15B1-42B0-8791-5A041F6E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4A2"/>
                </a:solidFill>
                <a:latin typeface="Arial"/>
                <a:ea typeface="Arial"/>
                <a:cs typeface="Arial"/>
              </a:rPr>
              <a:t>Hypothesis-driven</a:t>
            </a:r>
          </a:p>
          <a:p xmlns:a="http://schemas.openxmlformats.org/drawingml/2006/main">
            <a:pPr algn="l">
              <a:defRPr sz="2100" b="1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4A2"/>
                </a:solidFill>
                <a:latin typeface="Arial"/>
                <a:ea typeface="Arial"/>
                <a:cs typeface="Arial"/>
              </a:rPr>
              <a:t>Analyzer</a:t>
            </a:r>
          </a:p>
        </p:txBody>
      </p:sp>
      <p:sp>
        <p:nvSpPr>
          <p:cNvPr id="10" name="demand-to-planner">
            <a:extLst xmlns:a="http://schemas.openxmlformats.org/drawingml/2006/main">
              <a:ext uri="{FF2B5EF4-FFF2-40B4-BE49-F238E27FC236}">
                <a16:creationId xmlns:a16="http://schemas.microsoft.com/office/drawing/2014/main" id="{98C1C43D-4A31-496B-8898-AD8341F6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11" name="demand-to-planner-head">
            <a:extLst xmlns:a="http://schemas.openxmlformats.org/drawingml/2006/main">
              <a:ext uri="{FF2B5EF4-FFF2-40B4-BE49-F238E27FC236}">
                <a16:creationId xmlns:a16="http://schemas.microsoft.com/office/drawing/2014/main" id="{478BA34B-5FFE-4074-8BF5-A926FC67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476375" y="20574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nner-to-plan">
            <a:extLst xmlns:a="http://schemas.openxmlformats.org/drawingml/2006/main">
              <a:ext uri="{FF2B5EF4-FFF2-40B4-BE49-F238E27FC236}">
                <a16:creationId xmlns:a16="http://schemas.microsoft.com/office/drawing/2014/main" id="{C7E11897-3C1E-49DC-80B7-B8533675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428750"/>
            <a:ext cx="857250" cy="1028700"/>
          </a:xfrm>
          <a:custGeom xmlns:a="http://schemas.openxmlformats.org/drawingml/2006/main">
            <a:pathLst>
              <a:path w="857250" h="1028700">
                <a:moveTo>
                  <a:pt x="0" y="1028700"/>
                </a:moveTo>
                <a:lnTo>
                  <a:pt x="428625" y="1028700"/>
                </a:lnTo>
                <a:lnTo>
                  <a:pt x="428625" y="0"/>
                </a:ln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13" name="planner-to-plan-head">
            <a:extLst xmlns:a="http://schemas.openxmlformats.org/drawingml/2006/main">
              <a:ext uri="{FF2B5EF4-FFF2-40B4-BE49-F238E27FC236}">
                <a16:creationId xmlns:a16="http://schemas.microsoft.com/office/drawing/2014/main" id="{21DE439C-0CF6-4B31-842B-DE0F5D33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90900" y="1381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lan-to-builder">
            <a:extLst xmlns:a="http://schemas.openxmlformats.org/drawingml/2006/main">
              <a:ext uri="{FF2B5EF4-FFF2-40B4-BE49-F238E27FC236}">
                <a16:creationId xmlns:a16="http://schemas.microsoft.com/office/drawing/2014/main" id="{E893A32E-8C91-4284-9392-9694CADA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716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15" name="plan-to-builder-head">
            <a:extLst xmlns:a="http://schemas.openxmlformats.org/drawingml/2006/main">
              <a:ext uri="{FF2B5EF4-FFF2-40B4-BE49-F238E27FC236}">
                <a16:creationId xmlns:a16="http://schemas.microsoft.com/office/drawing/2014/main" id="{E2032F8D-8C07-4A3E-B83B-028BB69D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00525" y="20574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ilder-to-spec">
            <a:extLst xmlns:a="http://schemas.openxmlformats.org/drawingml/2006/main">
              <a:ext uri="{FF2B5EF4-FFF2-40B4-BE49-F238E27FC236}">
                <a16:creationId xmlns:a16="http://schemas.microsoft.com/office/drawing/2014/main" id="{ECD78738-84D7-422E-9983-5A31254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17" name="builder-to-spec-head">
            <a:extLst xmlns:a="http://schemas.openxmlformats.org/drawingml/2006/main">
              <a:ext uri="{FF2B5EF4-FFF2-40B4-BE49-F238E27FC236}">
                <a16:creationId xmlns:a16="http://schemas.microsoft.com/office/drawing/2014/main" id="{7B6A20DD-84F9-4511-AF90-7D62CAF4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72100" y="2409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ry">
            <a:extLst xmlns:a="http://schemas.openxmlformats.org/drawingml/2006/main">
              <a:ext uri="{FF2B5EF4-FFF2-40B4-BE49-F238E27FC236}">
                <a16:creationId xmlns:a16="http://schemas.microsoft.com/office/drawing/2014/main" id="{6D3376F4-5424-4ECF-BE29-EB11E47D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9525" cy="819150"/>
          </a:xfrm>
          <a:custGeom xmlns:a="http://schemas.openxmlformats.org/drawingml/2006/main">
            <a:pathLst>
              <a:path w="9525" h="819150">
                <a:moveTo>
                  <a:pt x="0" y="0"/>
                </a:moveTo>
                <a:lnTo>
                  <a:pt x="0" y="8191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19" name="research-query-head">
            <a:extLst xmlns:a="http://schemas.openxmlformats.org/drawingml/2006/main">
              <a:ext uri="{FF2B5EF4-FFF2-40B4-BE49-F238E27FC236}">
                <a16:creationId xmlns:a16="http://schemas.microsoft.com/office/drawing/2014/main" id="{AB47B915-429D-402B-856C-E84E5EC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62025" y="3486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search-findings">
            <a:extLst xmlns:a="http://schemas.openxmlformats.org/drawingml/2006/main">
              <a:ext uri="{FF2B5EF4-FFF2-40B4-BE49-F238E27FC236}">
                <a16:creationId xmlns:a16="http://schemas.microsoft.com/office/drawing/2014/main" id="{799BF92B-8124-4692-863C-AC025905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762250"/>
            <a:ext cx="9525" cy="819150"/>
          </a:xfrm>
          <a:custGeom xmlns:a="http://schemas.openxmlformats.org/drawingml/2006/main">
            <a:pathLst>
              <a:path w="9525" h="819150">
                <a:moveTo>
                  <a:pt x="0" y="819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21" name="research-findings-head">
            <a:extLst xmlns:a="http://schemas.openxmlformats.org/drawingml/2006/main">
              <a:ext uri="{FF2B5EF4-FFF2-40B4-BE49-F238E27FC236}">
                <a16:creationId xmlns:a16="http://schemas.microsoft.com/office/drawing/2014/main" id="{64AC4391-6DD9-42DC-B781-CD8F4B12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sources-to-builder">
            <a:extLst xmlns:a="http://schemas.openxmlformats.org/drawingml/2006/main">
              <a:ext uri="{FF2B5EF4-FFF2-40B4-BE49-F238E27FC236}">
                <a16:creationId xmlns:a16="http://schemas.microsoft.com/office/drawing/2014/main" id="{B8CC4849-2453-4B97-9AE9-4AD656B1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723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dash"/>
          </a:ln>
        </p:spPr>
      </p:sp>
      <p:sp>
        <p:nvSpPr>
          <p:cNvPr id="23" name="resources-to-builder-head">
            <a:extLst xmlns:a="http://schemas.openxmlformats.org/drawingml/2006/main">
              <a:ext uri="{FF2B5EF4-FFF2-40B4-BE49-F238E27FC236}">
                <a16:creationId xmlns:a16="http://schemas.microsoft.com/office/drawing/2014/main" id="{074E6238-2AFF-4FB1-A19D-B8031733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search-resources">
            <a:extLst xmlns:a="http://schemas.openxmlformats.org/drawingml/2006/main">
              <a:ext uri="{FF2B5EF4-FFF2-40B4-BE49-F238E27FC236}">
                <a16:creationId xmlns:a16="http://schemas.microsoft.com/office/drawing/2014/main" id="{D5F32C6F-57A1-4347-9CFC-C3316700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25" name="research-resources-head">
            <a:extLst xmlns:a="http://schemas.openxmlformats.org/drawingml/2006/main">
              <a:ext uri="{FF2B5EF4-FFF2-40B4-BE49-F238E27FC236}">
                <a16:creationId xmlns:a16="http://schemas.microsoft.com/office/drawing/2014/main" id="{DADB109F-C34E-4C62-9CA8-AB3D71D9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90900" y="4429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pec-to-quality">
            <a:extLst xmlns:a="http://schemas.openxmlformats.org/drawingml/2006/main">
              <a:ext uri="{FF2B5EF4-FFF2-40B4-BE49-F238E27FC236}">
                <a16:creationId xmlns:a16="http://schemas.microsoft.com/office/drawing/2014/main" id="{79B1B6E7-6D53-4970-9121-4F118A3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8140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27" name="spec-to-quality-head">
            <a:extLst xmlns:a="http://schemas.openxmlformats.org/drawingml/2006/main">
              <a:ext uri="{FF2B5EF4-FFF2-40B4-BE49-F238E27FC236}">
                <a16:creationId xmlns:a16="http://schemas.microsoft.com/office/drawing/2014/main" id="{5FEA7B00-B051-4623-BE08-C953D0DC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715125" y="40195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qc-repair">
            <a:extLst xmlns:a="http://schemas.openxmlformats.org/drawingml/2006/main">
              <a:ext uri="{FF2B5EF4-FFF2-40B4-BE49-F238E27FC236}">
                <a16:creationId xmlns:a16="http://schemas.microsoft.com/office/drawing/2014/main" id="{B3BA4089-CEB3-4F73-AE9C-AC80E6D8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800100" cy="1676400"/>
          </a:xfrm>
          <a:custGeom xmlns:a="http://schemas.openxmlformats.org/drawingml/2006/main">
            <a:pathLst>
              <a:path w="800100" h="1676400">
                <a:moveTo>
                  <a:pt x="800100" y="1676400"/>
                </a:moveTo>
                <a:lnTo>
                  <a:pt x="228600" y="1676400"/>
                </a:lnTo>
                <a:lnTo>
                  <a:pt x="2286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AD5948"/>
            </a:solidFill>
            <a:prstDash val="dash"/>
          </a:ln>
        </p:spPr>
      </p:sp>
      <p:sp>
        <p:nvSpPr>
          <p:cNvPr id="29" name="qc-repair-head">
            <a:extLst xmlns:a="http://schemas.openxmlformats.org/drawingml/2006/main">
              <a:ext uri="{FF2B5EF4-FFF2-40B4-BE49-F238E27FC236}">
                <a16:creationId xmlns:a16="http://schemas.microsoft.com/office/drawing/2014/main" id="{95BDA250-DC5A-47B7-82D3-44BE6AA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010150" y="2657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D5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quality-to-run">
            <a:extLst xmlns:a="http://schemas.openxmlformats.org/drawingml/2006/main">
              <a:ext uri="{FF2B5EF4-FFF2-40B4-BE49-F238E27FC236}">
                <a16:creationId xmlns:a16="http://schemas.microsoft.com/office/drawing/2014/main" id="{053D4993-4D6E-4D8E-9229-8F9CB3CF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44817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31" name="quality-to-run-head">
            <a:extLst xmlns:a="http://schemas.openxmlformats.org/drawingml/2006/main">
              <a:ext uri="{FF2B5EF4-FFF2-40B4-BE49-F238E27FC236}">
                <a16:creationId xmlns:a16="http://schemas.microsoft.com/office/drawing/2014/main" id="{94BDBBAB-17A3-4B18-B229-AD2754ED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77175" y="44005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un-to-evidence">
            <a:extLst xmlns:a="http://schemas.openxmlformats.org/drawingml/2006/main">
              <a:ext uri="{FF2B5EF4-FFF2-40B4-BE49-F238E27FC236}">
                <a16:creationId xmlns:a16="http://schemas.microsoft.com/office/drawing/2014/main" id="{515BD46E-F0FC-49A3-B7FE-9AB7B8EA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57325"/>
            <a:ext cx="876300" cy="2990850"/>
          </a:xfrm>
          <a:custGeom xmlns:a="http://schemas.openxmlformats.org/drawingml/2006/main">
            <a:pathLst>
              <a:path w="876300" h="2990850">
                <a:moveTo>
                  <a:pt x="0" y="2990850"/>
                </a:moveTo>
                <a:lnTo>
                  <a:pt x="381000" y="2990850"/>
                </a:lnTo>
                <a:lnTo>
                  <a:pt x="381000" y="0"/>
                </a:ln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33" name="run-to-evidence-head">
            <a:extLst xmlns:a="http://schemas.openxmlformats.org/drawingml/2006/main">
              <a:ext uri="{FF2B5EF4-FFF2-40B4-BE49-F238E27FC236}">
                <a16:creationId xmlns:a16="http://schemas.microsoft.com/office/drawing/2014/main" id="{4B6A6ABA-C12A-4D7A-BA14-0BDE0000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134600" y="14097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vidence-to-analyzer">
            <a:extLst xmlns:a="http://schemas.openxmlformats.org/drawingml/2006/main">
              <a:ext uri="{FF2B5EF4-FFF2-40B4-BE49-F238E27FC236}">
                <a16:creationId xmlns:a16="http://schemas.microsoft.com/office/drawing/2014/main" id="{6F6BCFDA-D714-468F-B92F-84B92504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866900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35" name="evidence-to-analyzer-head">
            <a:extLst xmlns:a="http://schemas.openxmlformats.org/drawingml/2006/main">
              <a:ext uri="{FF2B5EF4-FFF2-40B4-BE49-F238E27FC236}">
                <a16:creationId xmlns:a16="http://schemas.microsoft.com/office/drawing/2014/main" id="{B6F19C49-FF88-4882-806A-0014AC3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687175" y="2085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nalyzer-to-hypotheses">
            <a:extLst xmlns:a="http://schemas.openxmlformats.org/drawingml/2006/main">
              <a:ext uri="{FF2B5EF4-FFF2-40B4-BE49-F238E27FC236}">
                <a16:creationId xmlns:a16="http://schemas.microsoft.com/office/drawing/2014/main" id="{8052574D-EF15-45B7-B038-E45A598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733675"/>
            <a:ext cx="9525" cy="390525"/>
          </a:xfrm>
          <a:custGeom xmlns:a="http://schemas.openxmlformats.org/drawingml/2006/main">
            <a:pathLst>
              <a:path w="9525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37" name="analyzer-to-hypotheses-head">
            <a:extLst xmlns:a="http://schemas.openxmlformats.org/drawingml/2006/main">
              <a:ext uri="{FF2B5EF4-FFF2-40B4-BE49-F238E27FC236}">
                <a16:creationId xmlns:a16="http://schemas.microsoft.com/office/drawing/2014/main" id="{2F998D88-84A8-41C6-AA1A-EDBCE26B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687175" y="3028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ypotheses-to-followup">
            <a:extLst xmlns:a="http://schemas.openxmlformats.org/drawingml/2006/main">
              <a:ext uri="{FF2B5EF4-FFF2-40B4-BE49-F238E27FC236}">
                <a16:creationId xmlns:a16="http://schemas.microsoft.com/office/drawing/2014/main" id="{C27E9B96-023C-4833-AC09-37BB1339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752850"/>
            <a:ext cx="9525" cy="571500"/>
          </a:xfrm>
          <a:custGeom xmlns:a="http://schemas.openxmlformats.org/drawingml/2006/main"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39" name="hypotheses-to-followup-head">
            <a:extLst xmlns:a="http://schemas.openxmlformats.org/drawingml/2006/main">
              <a:ext uri="{FF2B5EF4-FFF2-40B4-BE49-F238E27FC236}">
                <a16:creationId xmlns:a16="http://schemas.microsoft.com/office/drawing/2014/main" id="{9915E9AD-62FD-4789-B4B1-81867BB9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72800" y="4229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ypotheses-to-report">
            <a:extLst xmlns:a="http://schemas.openxmlformats.org/drawingml/2006/main">
              <a:ext uri="{FF2B5EF4-FFF2-40B4-BE49-F238E27FC236}">
                <a16:creationId xmlns:a16="http://schemas.microsoft.com/office/drawing/2014/main" id="{AF2D208E-2A1B-4795-A4ED-3780D4D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3752850"/>
            <a:ext cx="9525" cy="571500"/>
          </a:xfrm>
          <a:custGeom xmlns:a="http://schemas.openxmlformats.org/drawingml/2006/main"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41" name="hypotheses-to-report-head">
            <a:extLst xmlns:a="http://schemas.openxmlformats.org/drawingml/2006/main">
              <a:ext uri="{FF2B5EF4-FFF2-40B4-BE49-F238E27FC236}">
                <a16:creationId xmlns:a16="http://schemas.microsoft.com/office/drawing/2014/main" id="{7DD7227A-3448-4756-9424-76963F9A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515850" y="4229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llowup-loop">
            <a:extLst xmlns:a="http://schemas.openxmlformats.org/drawingml/2006/main">
              <a:ext uri="{FF2B5EF4-FFF2-40B4-BE49-F238E27FC236}">
                <a16:creationId xmlns:a16="http://schemas.microsoft.com/office/drawing/2014/main" id="{0F601A55-D794-4C88-B773-DF64E59D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457450"/>
            <a:ext cx="10744200" cy="3371850"/>
          </a:xfrm>
          <a:custGeom xmlns:a="http://schemas.openxmlformats.org/drawingml/2006/main">
            <a:pathLst>
              <a:path w="10744200" h="3371850">
                <a:moveTo>
                  <a:pt x="10744200" y="2667000"/>
                </a:moveTo>
                <a:lnTo>
                  <a:pt x="10744200" y="3371850"/>
                </a:lnTo>
                <a:lnTo>
                  <a:pt x="0" y="3371850"/>
                </a:lnTo>
                <a:lnTo>
                  <a:pt x="0" y="0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7454A2"/>
            </a:solidFill>
            <a:prstDash val="dash"/>
          </a:ln>
        </p:spPr>
      </p:sp>
      <p:sp>
        <p:nvSpPr>
          <p:cNvPr id="43" name="followup-loop-head">
            <a:extLst xmlns:a="http://schemas.openxmlformats.org/drawingml/2006/main">
              <a:ext uri="{FF2B5EF4-FFF2-40B4-BE49-F238E27FC236}">
                <a16:creationId xmlns:a16="http://schemas.microsoft.com/office/drawing/2014/main" id="{5AB9F306-9616-49A9-81E0-3DF5AED6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3850" y="2409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emand">
            <a:extLst xmlns:a="http://schemas.openxmlformats.org/drawingml/2006/main">
              <a:ext uri="{FF2B5EF4-FFF2-40B4-BE49-F238E27FC236}">
                <a16:creationId xmlns:a16="http://schemas.microsoft.com/office/drawing/2014/main" id="{DCB0AAF2-EC6C-44C7-B0AC-09BE109E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22098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CD6DF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Evaluation demand</a:t>
            </a:r>
          </a:p>
        </p:txBody>
      </p:sp>
      <p:sp>
        <p:nvSpPr>
          <p:cNvPr id="45" name="planner">
            <a:extLst xmlns:a="http://schemas.openxmlformats.org/drawingml/2006/main">
              <a:ext uri="{FF2B5EF4-FFF2-40B4-BE49-F238E27FC236}">
                <a16:creationId xmlns:a16="http://schemas.microsoft.com/office/drawing/2014/main" id="{2A706986-1C57-4B3A-9526-A8C275D8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52650"/>
            <a:ext cx="22098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5EFF9"/>
          </a:solidFill>
          <a:ln xmlns:a="http://schemas.openxmlformats.org/drawingml/2006/main" w="15240">
            <a:solidFill>
              <a:srgbClr val="356EA6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56EA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56EA6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46" name="query-label-bg">
            <a:extLst xmlns:a="http://schemas.openxmlformats.org/drawingml/2006/main">
              <a:ext uri="{FF2B5EF4-FFF2-40B4-BE49-F238E27FC236}">
                <a16:creationId xmlns:a16="http://schemas.microsoft.com/office/drawing/2014/main" id="{CE23562E-296D-45B1-B10B-3B2D21C7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57525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query-label">
            <a:extLst xmlns:a="http://schemas.openxmlformats.org/drawingml/2006/main">
              <a:ext uri="{FF2B5EF4-FFF2-40B4-BE49-F238E27FC236}">
                <a16:creationId xmlns:a16="http://schemas.microsoft.com/office/drawing/2014/main" id="{E8ACD49F-8351-4A72-B6E9-983B9CCB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57525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356EA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56EA6"/>
                </a:solidFill>
                <a:latin typeface="Arial"/>
                <a:ea typeface="Arial"/>
                <a:cs typeface="Arial"/>
              </a:rPr>
              <a:t>Queries</a:t>
            </a:r>
          </a:p>
        </p:txBody>
      </p:sp>
      <p:sp>
        <p:nvSpPr>
          <p:cNvPr id="48" name="findings-label-bg">
            <a:extLst xmlns:a="http://schemas.openxmlformats.org/drawingml/2006/main">
              <a:ext uri="{FF2B5EF4-FFF2-40B4-BE49-F238E27FC236}">
                <a16:creationId xmlns:a16="http://schemas.microsoft.com/office/drawing/2014/main" id="{428A4AE1-01D7-4D53-B7F1-99E73B60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57525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indings-label">
            <a:extLst xmlns:a="http://schemas.openxmlformats.org/drawingml/2006/main">
              <a:ext uri="{FF2B5EF4-FFF2-40B4-BE49-F238E27FC236}">
                <a16:creationId xmlns:a16="http://schemas.microsoft.com/office/drawing/2014/main" id="{B276104F-1883-451F-AC8E-C88C1179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57525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356EA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56EA6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50" name="research">
            <a:extLst xmlns:a="http://schemas.openxmlformats.org/drawingml/2006/main">
              <a:ext uri="{FF2B5EF4-FFF2-40B4-BE49-F238E27FC236}">
                <a16:creationId xmlns:a16="http://schemas.microsoft.com/office/drawing/2014/main" id="{F71FD0C5-1BA0-4BC6-97FE-64D28A9D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581400"/>
            <a:ext cx="24003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56EA6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56EA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56EA6"/>
                </a:solidFill>
                <a:latin typeface="Arial"/>
                <a:ea typeface="Arial"/>
                <a:cs typeface="Arial"/>
              </a:rPr>
              <a:t>Research backend</a:t>
            </a:r>
          </a:p>
        </p:txBody>
      </p:sp>
      <p:sp>
        <p:nvSpPr>
          <p:cNvPr id="51" name="sources">
            <a:extLst xmlns:a="http://schemas.openxmlformats.org/drawingml/2006/main">
              <a:ext uri="{FF2B5EF4-FFF2-40B4-BE49-F238E27FC236}">
                <a16:creationId xmlns:a16="http://schemas.microsoft.com/office/drawing/2014/main" id="{B05C576B-EA24-4AE6-9F72-DF609E97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565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575"/>
                </a:solidFill>
                <a:latin typeface="Arial"/>
                <a:ea typeface="Arial"/>
                <a:cs typeface="Arial"/>
              </a:rPr>
              <a:t>Documents / data</a:t>
            </a:r>
          </a:p>
          <a:p xmlns:a="http://schemas.openxmlformats.org/drawingml/2006/main">
            <a:pPr algn="ctr">
              <a:defRPr sz="1950" b="0">
                <a:solidFill>
                  <a:srgbClr val="5565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575"/>
                </a:solidFill>
                <a:latin typeface="Arial"/>
                <a:ea typeface="Arial"/>
                <a:cs typeface="Arial"/>
              </a:rPr>
              <a:t>Software / artifacts</a:t>
            </a:r>
          </a:p>
        </p:txBody>
      </p:sp>
      <p:sp>
        <p:nvSpPr>
          <p:cNvPr id="52" name="research-note">
            <a:extLst xmlns:a="http://schemas.openxmlformats.org/drawingml/2006/main">
              <a:ext uri="{FF2B5EF4-FFF2-40B4-BE49-F238E27FC236}">
                <a16:creationId xmlns:a16="http://schemas.microsoft.com/office/drawing/2014/main" id="{DB6B7AB9-B8E2-462F-8A22-CC9E1691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911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356EA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56EA6"/>
                </a:solidFill>
                <a:latin typeface="Arial"/>
                <a:ea typeface="Arial"/>
                <a:cs typeface="Arial"/>
              </a:rPr>
              <a:t>Informs task design</a:t>
            </a:r>
          </a:p>
        </p:txBody>
      </p:sp>
      <p:sp>
        <p:nvSpPr>
          <p:cNvPr id="53" name="plan">
            <a:extLst xmlns:a="http://schemas.openxmlformats.org/drawingml/2006/main">
              <a:ext uri="{FF2B5EF4-FFF2-40B4-BE49-F238E27FC236}">
                <a16:creationId xmlns:a16="http://schemas.microsoft.com/office/drawing/2014/main" id="{49A40605-73E4-4459-8906-B5E05E24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104900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7E75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E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7E75"/>
                </a:solidFill>
                <a:latin typeface="Arial"/>
                <a:ea typeface="Arial"/>
                <a:cs typeface="Arial"/>
              </a:rPr>
              <a:t>Task plan</a:t>
            </a:r>
          </a:p>
        </p:txBody>
      </p:sp>
      <p:sp>
        <p:nvSpPr>
          <p:cNvPr id="54" name="builder">
            <a:extLst xmlns:a="http://schemas.openxmlformats.org/drawingml/2006/main">
              <a:ext uri="{FF2B5EF4-FFF2-40B4-BE49-F238E27FC236}">
                <a16:creationId xmlns:a16="http://schemas.microsoft.com/office/drawing/2014/main" id="{2CE2386F-0BC3-4571-AD84-FAE07346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15240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0F1EC"/>
          </a:solidFill>
          <a:ln xmlns:a="http://schemas.openxmlformats.org/drawingml/2006/main" w="15240">
            <a:solidFill>
              <a:srgbClr val="187E75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7E7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E75"/>
                </a:solidFill>
                <a:latin typeface="Arial"/>
                <a:ea typeface="Arial"/>
                <a:cs typeface="Arial"/>
              </a:rPr>
              <a:t>Builder</a:t>
            </a:r>
          </a:p>
        </p:txBody>
      </p:sp>
      <p:sp>
        <p:nvSpPr>
          <p:cNvPr id="55" name="resources">
            <a:extLst xmlns:a="http://schemas.openxmlformats.org/drawingml/2006/main">
              <a:ext uri="{FF2B5EF4-FFF2-40B4-BE49-F238E27FC236}">
                <a16:creationId xmlns:a16="http://schemas.microsoft.com/office/drawing/2014/main" id="{01F407C6-B6A8-4A62-A55D-C1C6EBD5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86150"/>
            <a:ext cx="1524000" cy="1447800"/>
          </a:xfrm>
          <a:prstGeom xmlns:a="http://schemas.openxmlformats.org/drawingml/2006/main" prst="roundRect">
            <a:avLst>
              <a:gd name="adj" fmla="val 59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CD6DF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Tools +</a:t>
            </a:r>
          </a:p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assigned</a:t>
            </a:r>
          </a:p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56" name="task-specification">
            <a:extLst xmlns:a="http://schemas.openxmlformats.org/drawingml/2006/main">
              <a:ext uri="{FF2B5EF4-FFF2-40B4-BE49-F238E27FC236}">
                <a16:creationId xmlns:a16="http://schemas.microsoft.com/office/drawing/2014/main" id="{C44046E7-8D56-42CC-A385-57D2C6D2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104900"/>
            <a:ext cx="38862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7E75"/>
            </a:solidFill>
            <a:prstDash val="solid"/>
          </a:ln>
        </p:spPr>
      </p:sp>
      <p:sp>
        <p:nvSpPr>
          <p:cNvPr id="57" name="task-spec-title-bg">
            <a:extLst xmlns:a="http://schemas.openxmlformats.org/drawingml/2006/main">
              <a:ext uri="{FF2B5EF4-FFF2-40B4-BE49-F238E27FC236}">
                <a16:creationId xmlns:a16="http://schemas.microsoft.com/office/drawing/2014/main" id="{D0CCA5A2-F765-4ED3-AB97-D649B48E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114425"/>
            <a:ext cx="3867150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0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ask-spec-title">
            <a:extLst xmlns:a="http://schemas.openxmlformats.org/drawingml/2006/main">
              <a:ext uri="{FF2B5EF4-FFF2-40B4-BE49-F238E27FC236}">
                <a16:creationId xmlns:a16="http://schemas.microsoft.com/office/drawing/2014/main" id="{F671F5B3-E74D-4C02-825C-8BB84217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181100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E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7E75"/>
                </a:solidFill>
                <a:latin typeface="Arial"/>
                <a:ea typeface="Arial"/>
                <a:cs typeface="Arial"/>
              </a:rPr>
              <a:t>Shared task specification</a:t>
            </a:r>
          </a:p>
        </p:txBody>
      </p:sp>
      <p:sp>
        <p:nvSpPr>
          <p:cNvPr id="59" name="spec-header-rule">
            <a:extLst xmlns:a="http://schemas.openxmlformats.org/drawingml/2006/main">
              <a:ext uri="{FF2B5EF4-FFF2-40B4-BE49-F238E27FC236}">
                <a16:creationId xmlns:a16="http://schemas.microsoft.com/office/drawing/2014/main" id="{114240B1-5D70-4442-BC0F-CEEBCA2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28775"/>
            <a:ext cx="3886200" cy="9525"/>
          </a:xfrm>
          <a:custGeom xmlns:a="http://schemas.openxmlformats.org/drawingml/2006/main">
            <a:pathLst>
              <a:path w="3886200" h="9525">
                <a:moveTo>
                  <a:pt x="0" y="0"/>
                </a:moveTo>
                <a:lnTo>
                  <a:pt x="388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BD7CE"/>
            </a:solidFill>
            <a:prstDash val="solid"/>
          </a:ln>
        </p:spPr>
      </p:sp>
      <p:sp>
        <p:nvSpPr>
          <p:cNvPr id="60" name="spec-column-rule">
            <a:extLst xmlns:a="http://schemas.openxmlformats.org/drawingml/2006/main">
              <a:ext uri="{FF2B5EF4-FFF2-40B4-BE49-F238E27FC236}">
                <a16:creationId xmlns:a16="http://schemas.microsoft.com/office/drawing/2014/main" id="{8E7CA82F-6842-4E81-868D-982CC444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09750"/>
            <a:ext cx="9525" cy="1562100"/>
          </a:xfrm>
          <a:custGeom xmlns:a="http://schemas.openxmlformats.org/drawingml/2006/main">
            <a:pathLst>
              <a:path w="9525" h="1562100">
                <a:moveTo>
                  <a:pt x="0" y="0"/>
                </a:moveTo>
                <a:lnTo>
                  <a:pt x="0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8E8E2"/>
            </a:solidFill>
            <a:prstDash val="solid"/>
          </a:ln>
        </p:spPr>
      </p:sp>
      <p:sp>
        <p:nvSpPr>
          <p:cNvPr id="61" name="component-Prompt">
            <a:extLst xmlns:a="http://schemas.openxmlformats.org/drawingml/2006/main">
              <a:ext uri="{FF2B5EF4-FFF2-40B4-BE49-F238E27FC236}">
                <a16:creationId xmlns:a16="http://schemas.microsoft.com/office/drawing/2014/main" id="{45E926F8-B602-4A59-930F-87D9C613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383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62" name="component-Environment">
            <a:extLst xmlns:a="http://schemas.openxmlformats.org/drawingml/2006/main">
              <a:ext uri="{FF2B5EF4-FFF2-40B4-BE49-F238E27FC236}">
                <a16:creationId xmlns:a16="http://schemas.microsoft.com/office/drawing/2014/main" id="{817572B4-0716-4D53-B51D-33337345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383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63" name="component-Data / inputs">
            <a:extLst xmlns:a="http://schemas.openxmlformats.org/drawingml/2006/main">
              <a:ext uri="{FF2B5EF4-FFF2-40B4-BE49-F238E27FC236}">
                <a16:creationId xmlns:a16="http://schemas.microsoft.com/office/drawing/2014/main" id="{5F4D5E64-32DD-48D4-AD38-E04F9D7F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Data / inputs</a:t>
            </a:r>
          </a:p>
        </p:txBody>
      </p:sp>
      <p:sp>
        <p:nvSpPr>
          <p:cNvPr id="64" name="component-Answer key">
            <a:extLst xmlns:a="http://schemas.openxmlformats.org/drawingml/2006/main">
              <a:ext uri="{FF2B5EF4-FFF2-40B4-BE49-F238E27FC236}">
                <a16:creationId xmlns:a16="http://schemas.microsoft.com/office/drawing/2014/main" id="{F230F867-9459-424E-A9C5-1E8DDE6F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Answer key</a:t>
            </a:r>
          </a:p>
        </p:txBody>
      </p:sp>
      <p:sp>
        <p:nvSpPr>
          <p:cNvPr id="65" name="component-Evaluator">
            <a:extLst xmlns:a="http://schemas.openxmlformats.org/drawingml/2006/main">
              <a:ext uri="{FF2B5EF4-FFF2-40B4-BE49-F238E27FC236}">
                <a16:creationId xmlns:a16="http://schemas.microsoft.com/office/drawing/2014/main" id="{D5EF779B-20D2-420D-B02D-99E5DF01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241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Evaluator</a:t>
            </a:r>
          </a:p>
        </p:txBody>
      </p:sp>
      <p:sp>
        <p:nvSpPr>
          <p:cNvPr id="66" name="component-Actor agents">
            <a:extLst xmlns:a="http://schemas.openxmlformats.org/drawingml/2006/main">
              <a:ext uri="{FF2B5EF4-FFF2-40B4-BE49-F238E27FC236}">
                <a16:creationId xmlns:a16="http://schemas.microsoft.com/office/drawing/2014/main" id="{576AA533-C383-497F-B598-50A7143E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241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Actor agents</a:t>
            </a:r>
          </a:p>
        </p:txBody>
      </p:sp>
      <p:sp>
        <p:nvSpPr>
          <p:cNvPr id="67" name="quality-check">
            <a:extLst xmlns:a="http://schemas.openxmlformats.org/drawingml/2006/main">
              <a:ext uri="{FF2B5EF4-FFF2-40B4-BE49-F238E27FC236}">
                <a16:creationId xmlns:a16="http://schemas.microsoft.com/office/drawing/2014/main" id="{E504D8C9-54DA-43F7-88E2-8C10EFCC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1895475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CF0EB"/>
          </a:solidFill>
          <a:ln xmlns:a="http://schemas.openxmlformats.org/drawingml/2006/main" w="15240">
            <a:solidFill>
              <a:srgbClr val="AD5948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D59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5948"/>
                </a:solidFill>
                <a:latin typeface="Arial"/>
                <a:ea typeface="Arial"/>
                <a:cs typeface="Arial"/>
              </a:rPr>
              <a:t>Quality check</a:t>
            </a:r>
          </a:p>
        </p:txBody>
      </p:sp>
      <p:sp>
        <p:nvSpPr>
          <p:cNvPr id="68" name="quality-scope">
            <a:extLst xmlns:a="http://schemas.openxmlformats.org/drawingml/2006/main">
              <a:ext uri="{FF2B5EF4-FFF2-40B4-BE49-F238E27FC236}">
                <a16:creationId xmlns:a16="http://schemas.microsoft.com/office/drawing/2014/main" id="{3B2A9D2E-679A-4BFF-9F25-AD85605D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24425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565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575"/>
                </a:solidFill>
                <a:latin typeface="Arial"/>
                <a:ea typeface="Arial"/>
                <a:cs typeface="Arial"/>
              </a:rPr>
              <a:t>Structure · content · runtime</a:t>
            </a:r>
          </a:p>
        </p:txBody>
      </p:sp>
      <p:sp>
        <p:nvSpPr>
          <p:cNvPr id="69" name="repair-label-bg">
            <a:extLst xmlns:a="http://schemas.openxmlformats.org/drawingml/2006/main">
              <a:ext uri="{FF2B5EF4-FFF2-40B4-BE49-F238E27FC236}">
                <a16:creationId xmlns:a16="http://schemas.microsoft.com/office/drawing/2014/main" id="{EE764767-C6E7-451C-BF1D-06F1D790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24275"/>
            <a:ext cx="790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repair-label">
            <a:extLst xmlns:a="http://schemas.openxmlformats.org/drawingml/2006/main">
              <a:ext uri="{FF2B5EF4-FFF2-40B4-BE49-F238E27FC236}">
                <a16:creationId xmlns:a16="http://schemas.microsoft.com/office/drawing/2014/main" id="{132705FC-FDC2-4367-B55E-9CD60882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24275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AD59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D5948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71" name="evaluation">
            <a:extLst xmlns:a="http://schemas.openxmlformats.org/drawingml/2006/main">
              <a:ext uri="{FF2B5EF4-FFF2-40B4-BE49-F238E27FC236}">
                <a16:creationId xmlns:a16="http://schemas.microsoft.com/office/drawing/2014/main" id="{B9E96A71-06E0-4AEE-AF09-F38B43E6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114800"/>
            <a:ext cx="1381125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0F1EC"/>
          </a:solidFill>
          <a:ln xmlns:a="http://schemas.openxmlformats.org/drawingml/2006/main" w="15240">
            <a:solidFill>
              <a:srgbClr val="187E75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7E7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E75"/>
                </a:solidFill>
                <a:latin typeface="Arial"/>
                <a:ea typeface="Arial"/>
                <a:cs typeface="Arial"/>
              </a:rPr>
              <a:t>Run</a:t>
            </a:r>
          </a:p>
          <a:p xmlns:a="http://schemas.openxmlformats.org/drawingml/2006/main">
            <a:pPr algn="ctr">
              <a:defRPr sz="1950" b="1">
                <a:solidFill>
                  <a:srgbClr val="187E7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E75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72" name="target-models">
            <a:extLst xmlns:a="http://schemas.openxmlformats.org/drawingml/2006/main">
              <a:ext uri="{FF2B5EF4-FFF2-40B4-BE49-F238E27FC236}">
                <a16:creationId xmlns:a16="http://schemas.microsoft.com/office/drawing/2014/main" id="{657EE465-728A-401D-AFB9-A26690CD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9570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87E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7E75"/>
                </a:solidFill>
                <a:latin typeface="Arial"/>
                <a:ea typeface="Arial"/>
                <a:cs typeface="Arial"/>
              </a:rPr>
              <a:t>Target models</a:t>
            </a:r>
          </a:p>
        </p:txBody>
      </p:sp>
      <p:sp>
        <p:nvSpPr>
          <p:cNvPr id="73" name="evidence">
            <a:extLst xmlns:a="http://schemas.openxmlformats.org/drawingml/2006/main">
              <a:ext uri="{FF2B5EF4-FFF2-40B4-BE49-F238E27FC236}">
                <a16:creationId xmlns:a16="http://schemas.microsoft.com/office/drawing/2014/main" id="{BD411FC2-2E47-4EAA-856B-48A57A6F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057275"/>
            <a:ext cx="3105150" cy="809625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CD6DF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Tasks + results</a:t>
            </a:r>
          </a:p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341"/>
                </a:solidFill>
                <a:latin typeface="Arial"/>
                <a:ea typeface="Arial"/>
                <a:cs typeface="Arial"/>
              </a:rPr>
              <a:t>Scores · execution traces</a:t>
            </a:r>
          </a:p>
        </p:txBody>
      </p:sp>
      <p:sp>
        <p:nvSpPr>
          <p:cNvPr id="74" name="analyzer">
            <a:extLst xmlns:a="http://schemas.openxmlformats.org/drawingml/2006/main">
              <a:ext uri="{FF2B5EF4-FFF2-40B4-BE49-F238E27FC236}">
                <a16:creationId xmlns:a16="http://schemas.microsoft.com/office/drawing/2014/main" id="{4A3200ED-EF3F-4398-99BD-2EACF178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181225"/>
            <a:ext cx="224790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5F5"/>
          </a:solidFill>
          <a:ln xmlns:a="http://schemas.openxmlformats.org/drawingml/2006/main" w="15240">
            <a:solidFill>
              <a:srgbClr val="7454A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454A2"/>
                </a:solidFill>
                <a:latin typeface="Arial"/>
                <a:ea typeface="Arial"/>
                <a:cs typeface="Arial"/>
              </a:rPr>
              <a:t>Analyzer</a:t>
            </a:r>
          </a:p>
        </p:txBody>
      </p:sp>
      <p:sp>
        <p:nvSpPr>
          <p:cNvPr id="75" name="hypotheses">
            <a:extLst xmlns:a="http://schemas.openxmlformats.org/drawingml/2006/main">
              <a:ext uri="{FF2B5EF4-FFF2-40B4-BE49-F238E27FC236}">
                <a16:creationId xmlns:a16="http://schemas.microsoft.com/office/drawing/2014/main" id="{FA5F1243-8ADC-4A97-88A4-CABCBC47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24200"/>
            <a:ext cx="30099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54A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4A2"/>
                </a:solidFill>
                <a:latin typeface="Arial"/>
                <a:ea typeface="Arial"/>
                <a:cs typeface="Arial"/>
              </a:rPr>
              <a:t>Capability hypotheses</a:t>
            </a:r>
          </a:p>
        </p:txBody>
      </p:sp>
      <p:sp>
        <p:nvSpPr>
          <p:cNvPr id="76" name="probe-label-bg">
            <a:extLst xmlns:a="http://schemas.openxmlformats.org/drawingml/2006/main">
              <a:ext uri="{FF2B5EF4-FFF2-40B4-BE49-F238E27FC236}">
                <a16:creationId xmlns:a16="http://schemas.microsoft.com/office/drawing/2014/main" id="{C110DDAE-D608-4EFF-841D-45E0CD12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914775"/>
            <a:ext cx="952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robe-label">
            <a:extLst xmlns:a="http://schemas.openxmlformats.org/drawingml/2006/main">
              <a:ext uri="{FF2B5EF4-FFF2-40B4-BE49-F238E27FC236}">
                <a16:creationId xmlns:a16="http://schemas.microsoft.com/office/drawing/2014/main" id="{0B0633B3-4F94-4E0E-8301-C9BCE788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91477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454A2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78" name="conclude-label-bg">
            <a:extLst xmlns:a="http://schemas.openxmlformats.org/drawingml/2006/main">
              <a:ext uri="{FF2B5EF4-FFF2-40B4-BE49-F238E27FC236}">
                <a16:creationId xmlns:a16="http://schemas.microsoft.com/office/drawing/2014/main" id="{681033EE-88F0-4EC8-B20C-D469491C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914775"/>
            <a:ext cx="1057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onclude-label">
            <a:extLst xmlns:a="http://schemas.openxmlformats.org/drawingml/2006/main">
              <a:ext uri="{FF2B5EF4-FFF2-40B4-BE49-F238E27FC236}">
                <a16:creationId xmlns:a16="http://schemas.microsoft.com/office/drawing/2014/main" id="{330289B9-BEEC-4DA2-B7EB-63C63B40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914775"/>
            <a:ext cx="1057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454A2"/>
                </a:solidFill>
                <a:latin typeface="Arial"/>
                <a:ea typeface="Arial"/>
                <a:cs typeface="Arial"/>
              </a:rPr>
              <a:t>Conclude</a:t>
            </a:r>
          </a:p>
        </p:txBody>
      </p:sp>
      <p:sp>
        <p:nvSpPr>
          <p:cNvPr id="80" name="follow-up">
            <a:extLst xmlns:a="http://schemas.openxmlformats.org/drawingml/2006/main">
              <a:ext uri="{FF2B5EF4-FFF2-40B4-BE49-F238E27FC236}">
                <a16:creationId xmlns:a16="http://schemas.microsoft.com/office/drawing/2014/main" id="{0B10E0F2-BA85-478C-9A77-B90DA744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324350"/>
            <a:ext cx="1657350" cy="8001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E5F5"/>
          </a:solidFill>
          <a:ln xmlns:a="http://schemas.openxmlformats.org/drawingml/2006/main" w="15240">
            <a:solidFill>
              <a:srgbClr val="7454A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4A2"/>
                </a:solidFill>
                <a:latin typeface="Arial"/>
                <a:ea typeface="Arial"/>
                <a:cs typeface="Arial"/>
              </a:rPr>
              <a:t>Follow-up</a:t>
            </a:r>
          </a:p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4A2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81" name="outputs">
            <a:extLst xmlns:a="http://schemas.openxmlformats.org/drawingml/2006/main">
              <a:ext uri="{FF2B5EF4-FFF2-40B4-BE49-F238E27FC236}">
                <a16:creationId xmlns:a16="http://schemas.microsoft.com/office/drawing/2014/main" id="{FC6F5D2A-383C-4DD1-87B7-BADCC82D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324350"/>
            <a:ext cx="1485900" cy="8001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54A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4A2"/>
                </a:solidFill>
                <a:latin typeface="Arial"/>
                <a:ea typeface="Arial"/>
                <a:cs typeface="Arial"/>
              </a:rPr>
              <a:t>Benchmark</a:t>
            </a:r>
          </a:p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4A2"/>
                </a:solidFill>
                <a:latin typeface="Arial"/>
                <a:ea typeface="Arial"/>
                <a:cs typeface="Arial"/>
              </a:rPr>
              <a:t>+ report</a:t>
            </a:r>
          </a:p>
        </p:txBody>
      </p:sp>
      <p:sp>
        <p:nvSpPr>
          <p:cNvPr id="82" name="loop-label-bg">
            <a:extLst xmlns:a="http://schemas.openxmlformats.org/drawingml/2006/main">
              <a:ext uri="{FF2B5EF4-FFF2-40B4-BE49-F238E27FC236}">
                <a16:creationId xmlns:a16="http://schemas.microsoft.com/office/drawing/2014/main" id="{1B27D56B-8BEE-4B80-8EDE-D0893DD9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610225"/>
            <a:ext cx="4972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loop-label">
            <a:extLst xmlns:a="http://schemas.openxmlformats.org/drawingml/2006/main">
              <a:ext uri="{FF2B5EF4-FFF2-40B4-BE49-F238E27FC236}">
                <a16:creationId xmlns:a16="http://schemas.microsoft.com/office/drawing/2014/main" id="{F1811F5B-030B-437B-B977-96EFA1EE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610225"/>
            <a:ext cx="497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4A2"/>
                </a:solidFill>
                <a:latin typeface="Arial"/>
                <a:ea typeface="Arial"/>
                <a:cs typeface="Arial"/>
              </a:rPr>
              <a:t>Targeted tests via the same pipeline</a:t>
            </a:r>
          </a:p>
        </p:txBody>
      </p:sp>
    </p:spTree>
    <p:extLst>
      <p:ext uri="{BB962C8B-B14F-4D97-AF65-F5344CB8AC3E}">
        <p14:creationId xmlns:p14="http://schemas.microsoft.com/office/powerpoint/2010/main" val="407230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2026-09-21T07:35:49.5680000Z</dcterms:created>
  <dcterms:modified xsi:type="dcterms:W3CDTF">2026-09-21T07:35:49.5680000Z</dcterms:modified>
</coreProperties>
</file>